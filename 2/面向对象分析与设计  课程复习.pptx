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312" r:id="rId4"/>
    <p:sldId id="313" r:id="rId5"/>
    <p:sldId id="277" r:id="rId6"/>
    <p:sldId id="259" r:id="rId7"/>
    <p:sldId id="300" r:id="rId8"/>
    <p:sldId id="305" r:id="rId9"/>
    <p:sldId id="303" r:id="rId10"/>
    <p:sldId id="306" r:id="rId11"/>
    <p:sldId id="301" r:id="rId12"/>
    <p:sldId id="295" r:id="rId13"/>
    <p:sldId id="302" r:id="rId14"/>
    <p:sldId id="307" r:id="rId15"/>
    <p:sldId id="311" r:id="rId16"/>
    <p:sldId id="308" r:id="rId17"/>
    <p:sldId id="314" r:id="rId18"/>
    <p:sldId id="316" r:id="rId19"/>
    <p:sldId id="315" r:id="rId20"/>
    <p:sldId id="310" r:id="rId21"/>
  </p:sldIdLst>
  <p:sldSz cx="9144000" cy="5143500" type="screen16x9"/>
  <p:notesSz cx="6858000" cy="9144000"/>
  <p:embeddedFontLst>
    <p:embeddedFont>
      <p:font typeface="Arial Black" panose="020B0A04020102020204" pitchFamily="34" charset="0"/>
      <p:bold r:id="rId22"/>
    </p:embeddedFont>
    <p:embeddedFont>
      <p:font typeface="Calibri" panose="020F0502020204030204" pitchFamily="34" charset="0"/>
      <p:regular r:id="rId23"/>
      <p:bold r:id="rId24"/>
      <p:italic r:id="rId25"/>
      <p:boldItalic r:id="rId26"/>
    </p:embeddedFont>
    <p:embeddedFont>
      <p:font typeface="微软雅黑" panose="020B0503020204020204" pitchFamily="34" charset="-122"/>
      <p:regular r:id="rId27"/>
      <p:bold r:id="rId28"/>
    </p:embeddedFont>
  </p:embeddedFontLst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31859B"/>
    <a:srgbClr val="296D6B"/>
    <a:srgbClr val="5E9798"/>
    <a:srgbClr val="4A9896"/>
    <a:srgbClr val="489289"/>
    <a:srgbClr val="E36C09"/>
    <a:srgbClr val="66FF99"/>
    <a:srgbClr val="3333FF"/>
    <a:srgbClr val="F2F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28" d="100"/>
          <a:sy n="128" d="100"/>
        </p:scale>
        <p:origin x="96" y="141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6" cy="72006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2701925"/>
            <a:ext cx="6858000" cy="12414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C535CA6-9C17-46D8-A161-68CA44435138}" type="datetime1">
              <a:rPr lang="zh-CN" altLang="en-US"/>
              <a:pPr/>
              <a:t>2021/5/27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D8D4128-B32C-4EE9-9A5F-D3BF941FA862}" type="slidenum">
              <a:rPr lang="zh-CN" altLang="en-US"/>
              <a:pPr/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02762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C535CA6-9C17-46D8-A161-68CA44435138}" type="datetime1">
              <a:rPr lang="zh-CN" altLang="en-US"/>
              <a:pPr/>
              <a:t>2021/5/27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8C6FACB-187D-4CE4-B941-76B3D5D706A6}" type="slidenum">
              <a:rPr lang="zh-CN" altLang="en-US"/>
              <a:pPr/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2996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282700"/>
            <a:ext cx="7886700" cy="213995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3441700"/>
            <a:ext cx="7886700" cy="1125538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C535CA6-9C17-46D8-A161-68CA44435138}" type="datetime1">
              <a:rPr lang="zh-CN" altLang="en-US"/>
              <a:pPr/>
              <a:t>2021/5/27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6186623-75B9-43DD-A255-94C99062C688}" type="slidenum">
              <a:rPr lang="zh-CN" altLang="en-US"/>
              <a:pPr/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14472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0"/>
            <a:ext cx="4038600" cy="33940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0"/>
            <a:ext cx="4038600" cy="33940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C535CA6-9C17-46D8-A161-68CA44435138}" type="datetime1">
              <a:rPr lang="zh-CN" altLang="en-US"/>
              <a:pPr/>
              <a:t>2021/5/27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13039C3-D2A5-4558-8C5D-8028D8B9CAA8}" type="slidenum">
              <a:rPr lang="zh-CN" altLang="en-US"/>
              <a:pPr/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33614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274638"/>
            <a:ext cx="7886700" cy="9937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260475"/>
            <a:ext cx="3868737" cy="6191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1879600"/>
            <a:ext cx="3868737" cy="27622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260475"/>
            <a:ext cx="3887788" cy="6191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1879600"/>
            <a:ext cx="3887788" cy="27622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C535CA6-9C17-46D8-A161-68CA44435138}" type="datetime1">
              <a:rPr lang="zh-CN" altLang="en-US"/>
              <a:pPr/>
              <a:t>2021/5/27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E28B6B4-0F8D-4C3E-A285-D2ED68C0D9D4}" type="slidenum">
              <a:rPr lang="zh-CN" altLang="en-US"/>
              <a:pPr/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02736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C535CA6-9C17-46D8-A161-68CA44435138}" type="datetime1">
              <a:rPr lang="zh-CN" altLang="en-US"/>
              <a:pPr/>
              <a:t>2021/5/27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55CA1BF-00EE-4B53-9DDC-0916CE14FB0B}" type="slidenum">
              <a:rPr lang="zh-CN" altLang="en-US"/>
              <a:pPr/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74749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C535CA6-9C17-46D8-A161-68CA44435138}" type="datetime1">
              <a:rPr lang="zh-CN" altLang="en-US"/>
              <a:pPr/>
              <a:t>2021/5/27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68A1B82-E8E2-44B3-BA3E-DD69E7772128}" type="slidenum">
              <a:rPr lang="zh-CN" altLang="en-US"/>
              <a:pPr/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7042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741363"/>
            <a:ext cx="4629150" cy="36544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9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C535CA6-9C17-46D8-A161-68CA44435138}" type="datetime1">
              <a:rPr lang="zh-CN" altLang="en-US"/>
              <a:pPr/>
              <a:t>2021/5/27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B831AC8-8553-4362-8325-95E184572FAF}" type="slidenum">
              <a:rPr lang="zh-CN" altLang="en-US"/>
              <a:pPr/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33780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741363"/>
            <a:ext cx="4629150" cy="36544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9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C535CA6-9C17-46D8-A161-68CA44435138}" type="datetime1">
              <a:rPr lang="zh-CN" altLang="en-US"/>
              <a:pPr/>
              <a:t>2021/5/27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D8AC8B5-22CC-4462-87D7-D4F8B8540FB5}" type="slidenum">
              <a:rPr lang="zh-CN" altLang="en-US"/>
              <a:pPr/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48087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C535CA6-9C17-46D8-A161-68CA44435138}" type="datetime1">
              <a:rPr lang="zh-CN" altLang="en-US"/>
              <a:pPr/>
              <a:t>2021/5/27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AABC189-BE10-457E-A0DE-CE63F3996204}" type="slidenum">
              <a:rPr lang="zh-CN" altLang="en-US"/>
              <a:pPr/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49722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6375"/>
            <a:ext cx="2057400" cy="438785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6375"/>
            <a:ext cx="6019800" cy="438785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C535CA6-9C17-46D8-A161-68CA44435138}" type="datetime1">
              <a:rPr lang="zh-CN" altLang="en-US"/>
              <a:pPr/>
              <a:t>2021/5/27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1D87931-23C0-4B40-BC83-00A2FFB5BC70}" type="slidenum">
              <a:rPr lang="zh-CN" altLang="en-US"/>
              <a:pPr/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24671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</p:spPr>
        <p:txBody>
          <a:bodyPr/>
          <a:lstStyle>
            <a:lvl1pPr>
              <a:defRPr/>
            </a:lvl1pPr>
          </a:lstStyle>
          <a:p>
            <a:fld id="{0C535CA6-9C17-46D8-A161-68CA44435138}" type="datetime1">
              <a:rPr lang="zh-CN" altLang="en-US"/>
              <a:pPr/>
              <a:t>2021/5/27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</p:spPr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</p:spPr>
        <p:txBody>
          <a:bodyPr/>
          <a:lstStyle>
            <a:lvl1pPr>
              <a:defRPr/>
            </a:lvl1pPr>
          </a:lstStyle>
          <a:p>
            <a:fld id="{A4372665-178D-4FF3-BAE1-798DAD1ED67F}" type="slidenum">
              <a:rPr lang="zh-CN" altLang="en-US"/>
              <a:pPr/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6086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4" descr="c:\DOCUME~1\ADMINI~1\APPLIC~1\360se6\USERDA~1\Temp\120859~1.JPG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0"/>
            <a:ext cx="9144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标题占位符 1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>
                <a:sym typeface="Calibri" panose="020F0502020204030204" pitchFamily="34" charset="0"/>
              </a:rPr>
              <a:t>单击此处编辑母版标题样式</a:t>
            </a:r>
          </a:p>
        </p:txBody>
      </p:sp>
      <p:sp>
        <p:nvSpPr>
          <p:cNvPr id="1028" name="文本占位符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>
                <a:sym typeface="Calibri" panose="020F0502020204030204" pitchFamily="34" charset="0"/>
              </a:rPr>
              <a:t>单击此处编辑母版文本样式</a:t>
            </a:r>
          </a:p>
          <a:p>
            <a:pPr lvl="1"/>
            <a:r>
              <a:rPr lang="zh-CN" altLang="zh-CN">
                <a:sym typeface="Calibri" panose="020F0502020204030204" pitchFamily="34" charset="0"/>
              </a:rPr>
              <a:t>第二级</a:t>
            </a:r>
          </a:p>
          <a:p>
            <a:pPr lvl="2"/>
            <a:r>
              <a:rPr lang="zh-CN" altLang="zh-CN">
                <a:sym typeface="Calibri" panose="020F0502020204030204" pitchFamily="34" charset="0"/>
              </a:rPr>
              <a:t>第三级</a:t>
            </a:r>
          </a:p>
          <a:p>
            <a:pPr lvl="3"/>
            <a:r>
              <a:rPr lang="zh-CN" altLang="zh-CN">
                <a:sym typeface="Calibri" panose="020F0502020204030204" pitchFamily="34" charset="0"/>
              </a:rPr>
              <a:t>第四级</a:t>
            </a:r>
          </a:p>
          <a:p>
            <a:pPr lvl="4"/>
            <a:r>
              <a:rPr lang="zh-CN" altLang="zh-CN">
                <a:sym typeface="Calibri" panose="020F0502020204030204" pitchFamily="34" charset="0"/>
              </a:rPr>
              <a:t>第五级</a:t>
            </a:r>
          </a:p>
        </p:txBody>
      </p:sp>
      <p:sp>
        <p:nvSpPr>
          <p:cNvPr id="1029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767263"/>
            <a:ext cx="21336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</a:defRPr>
            </a:lvl1pPr>
          </a:lstStyle>
          <a:p>
            <a:fld id="{0C535CA6-9C17-46D8-A161-68CA44435138}" type="datetime1">
              <a:rPr lang="zh-CN" altLang="en-US"/>
              <a:pPr/>
              <a:t>2021/5/27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1030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767263"/>
            <a:ext cx="28956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</a:defRPr>
            </a:lvl1pPr>
          </a:lstStyle>
          <a:p>
            <a:endParaRPr lang="zh-CN" altLang="zh-CN"/>
          </a:p>
        </p:txBody>
      </p:sp>
      <p:sp>
        <p:nvSpPr>
          <p:cNvPr id="1031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767263"/>
            <a:ext cx="21336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182FA463-95C1-434E-AE17-9AE7AC1C1BAE}" type="slidenum">
              <a:rPr lang="zh-CN" altLang="en-US"/>
              <a:pPr/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/>
  <p:txStyles>
    <p:titleStyle>
      <a:lvl1pPr marL="914400" indent="-914400"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  <a:sym typeface="Calibri" panose="020F0502020204030204" pitchFamily="34" charset="0"/>
        </a:defRPr>
      </a:lvl1pPr>
      <a:lvl2pPr marL="9144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2pPr>
      <a:lvl3pPr marL="9144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3pPr>
      <a:lvl4pPr marL="9144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4pPr>
      <a:lvl5pPr marL="9144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5pPr>
      <a:lvl6pPr marL="13716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6pPr>
      <a:lvl7pPr marL="18288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7pPr>
      <a:lvl8pPr marL="22860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8pPr>
      <a:lvl9pPr marL="27432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4" name="组合 25"/>
          <p:cNvGrpSpPr>
            <a:grpSpLocks/>
          </p:cNvGrpSpPr>
          <p:nvPr/>
        </p:nvGrpSpPr>
        <p:grpSpPr bwMode="auto">
          <a:xfrm>
            <a:off x="6742113" y="195263"/>
            <a:ext cx="287337" cy="288925"/>
            <a:chOff x="0" y="0"/>
            <a:chExt cx="288032" cy="288032"/>
          </a:xfrm>
        </p:grpSpPr>
        <p:sp>
          <p:nvSpPr>
            <p:cNvPr id="3075" name="椭圆 26"/>
            <p:cNvSpPr>
              <a:spLocks noChangeArrowheads="1"/>
            </p:cNvSpPr>
            <p:nvPr/>
          </p:nvSpPr>
          <p:spPr bwMode="auto">
            <a:xfrm>
              <a:off x="0" y="0"/>
              <a:ext cx="288032" cy="288032"/>
            </a:xfrm>
            <a:prstGeom prst="ellipse">
              <a:avLst/>
            </a:prstGeom>
            <a:noFill/>
            <a:ln w="12700" cap="flat" cmpd="sng">
              <a:solidFill>
                <a:schemeClr val="bg1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grpSp>
          <p:nvGrpSpPr>
            <p:cNvPr id="3076" name="组合 27"/>
            <p:cNvGrpSpPr>
              <a:grpSpLocks/>
            </p:cNvGrpSpPr>
            <p:nvPr/>
          </p:nvGrpSpPr>
          <p:grpSpPr bwMode="auto">
            <a:xfrm flipH="1">
              <a:off x="71530" y="105344"/>
              <a:ext cx="144971" cy="77344"/>
              <a:chOff x="0" y="0"/>
              <a:chExt cx="268428" cy="143210"/>
            </a:xfrm>
          </p:grpSpPr>
          <p:sp>
            <p:nvSpPr>
              <p:cNvPr id="3077" name="等腰三角形 28"/>
              <p:cNvSpPr>
                <a:spLocks noChangeArrowheads="1"/>
              </p:cNvSpPr>
              <p:nvPr/>
            </p:nvSpPr>
            <p:spPr bwMode="auto">
              <a:xfrm rot="5400000">
                <a:off x="-9878" y="9877"/>
                <a:ext cx="143209" cy="123456"/>
              </a:xfrm>
              <a:prstGeom prst="triangle">
                <a:avLst>
                  <a:gd name="adj" fmla="val 50000"/>
                </a:avLst>
              </a:prstGeom>
              <a:noFill/>
              <a:ln w="12700" cap="flat" cmpd="sng">
                <a:solidFill>
                  <a:schemeClr val="bg1"/>
                </a:solidFill>
                <a:bevel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/>
              <a:lstStyle/>
              <a:p>
                <a:pPr algn="ctr"/>
                <a:endParaRPr lang="zh-CN" altLang="zh-CN">
                  <a:solidFill>
                    <a:srgbClr val="FFFFFF"/>
                  </a:solidFill>
                  <a:latin typeface="宋体" panose="02010600030101010101" pitchFamily="2" charset="-122"/>
                  <a:sym typeface="宋体" panose="02010600030101010101" pitchFamily="2" charset="-122"/>
                </a:endParaRPr>
              </a:p>
            </p:txBody>
          </p:sp>
          <p:sp>
            <p:nvSpPr>
              <p:cNvPr id="3078" name="等腰三角形 29"/>
              <p:cNvSpPr>
                <a:spLocks noChangeArrowheads="1"/>
              </p:cNvSpPr>
              <p:nvPr/>
            </p:nvSpPr>
            <p:spPr bwMode="auto">
              <a:xfrm rot="5400000">
                <a:off x="135094" y="9878"/>
                <a:ext cx="143209" cy="123456"/>
              </a:xfrm>
              <a:prstGeom prst="triangle">
                <a:avLst>
                  <a:gd name="adj" fmla="val 50000"/>
                </a:avLst>
              </a:prstGeom>
              <a:noFill/>
              <a:ln w="12700" cap="flat" cmpd="sng">
                <a:solidFill>
                  <a:schemeClr val="bg1"/>
                </a:solidFill>
                <a:bevel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/>
              <a:lstStyle/>
              <a:p>
                <a:pPr algn="ctr"/>
                <a:endParaRPr lang="zh-CN" altLang="zh-CN">
                  <a:solidFill>
                    <a:srgbClr val="FFFFFF"/>
                  </a:solidFill>
                  <a:latin typeface="宋体" panose="02010600030101010101" pitchFamily="2" charset="-122"/>
                  <a:sym typeface="宋体" panose="02010600030101010101" pitchFamily="2" charset="-122"/>
                </a:endParaRPr>
              </a:p>
            </p:txBody>
          </p:sp>
        </p:grpSp>
      </p:grpSp>
      <p:grpSp>
        <p:nvGrpSpPr>
          <p:cNvPr id="3079" name="组合 30"/>
          <p:cNvGrpSpPr>
            <a:grpSpLocks/>
          </p:cNvGrpSpPr>
          <p:nvPr/>
        </p:nvGrpSpPr>
        <p:grpSpPr bwMode="auto">
          <a:xfrm>
            <a:off x="8613775" y="195263"/>
            <a:ext cx="288925" cy="288925"/>
            <a:chOff x="0" y="0"/>
            <a:chExt cx="288032" cy="288032"/>
          </a:xfrm>
        </p:grpSpPr>
        <p:sp>
          <p:nvSpPr>
            <p:cNvPr id="3080" name="椭圆 31"/>
            <p:cNvSpPr>
              <a:spLocks noChangeArrowheads="1"/>
            </p:cNvSpPr>
            <p:nvPr/>
          </p:nvSpPr>
          <p:spPr bwMode="auto">
            <a:xfrm>
              <a:off x="0" y="0"/>
              <a:ext cx="288032" cy="288032"/>
            </a:xfrm>
            <a:prstGeom prst="ellipse">
              <a:avLst/>
            </a:prstGeom>
            <a:noFill/>
            <a:ln w="12700" cap="flat" cmpd="sng">
              <a:solidFill>
                <a:schemeClr val="bg1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grpSp>
          <p:nvGrpSpPr>
            <p:cNvPr id="3081" name="组合 32"/>
            <p:cNvGrpSpPr>
              <a:grpSpLocks/>
            </p:cNvGrpSpPr>
            <p:nvPr/>
          </p:nvGrpSpPr>
          <p:grpSpPr bwMode="auto">
            <a:xfrm>
              <a:off x="82288" y="105344"/>
              <a:ext cx="144971" cy="77344"/>
              <a:chOff x="0" y="0"/>
              <a:chExt cx="268428" cy="143210"/>
            </a:xfrm>
          </p:grpSpPr>
          <p:sp>
            <p:nvSpPr>
              <p:cNvPr id="3082" name="等腰三角形 33"/>
              <p:cNvSpPr>
                <a:spLocks noChangeArrowheads="1"/>
              </p:cNvSpPr>
              <p:nvPr/>
            </p:nvSpPr>
            <p:spPr bwMode="auto">
              <a:xfrm rot="5400000">
                <a:off x="-9878" y="9877"/>
                <a:ext cx="143209" cy="123456"/>
              </a:xfrm>
              <a:prstGeom prst="triangle">
                <a:avLst>
                  <a:gd name="adj" fmla="val 50000"/>
                </a:avLst>
              </a:prstGeom>
              <a:noFill/>
              <a:ln w="12700" cap="flat" cmpd="sng">
                <a:solidFill>
                  <a:schemeClr val="bg1"/>
                </a:solidFill>
                <a:bevel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/>
              <a:lstStyle/>
              <a:p>
                <a:pPr algn="ctr"/>
                <a:endParaRPr lang="zh-CN" altLang="zh-CN">
                  <a:solidFill>
                    <a:srgbClr val="FFFFFF"/>
                  </a:solidFill>
                  <a:latin typeface="宋体" panose="02010600030101010101" pitchFamily="2" charset="-122"/>
                  <a:sym typeface="宋体" panose="02010600030101010101" pitchFamily="2" charset="-122"/>
                </a:endParaRPr>
              </a:p>
            </p:txBody>
          </p:sp>
          <p:sp>
            <p:nvSpPr>
              <p:cNvPr id="3083" name="等腰三角形 34"/>
              <p:cNvSpPr>
                <a:spLocks noChangeArrowheads="1"/>
              </p:cNvSpPr>
              <p:nvPr/>
            </p:nvSpPr>
            <p:spPr bwMode="auto">
              <a:xfrm rot="5400000">
                <a:off x="135094" y="9878"/>
                <a:ext cx="143209" cy="123456"/>
              </a:xfrm>
              <a:prstGeom prst="triangle">
                <a:avLst>
                  <a:gd name="adj" fmla="val 50000"/>
                </a:avLst>
              </a:prstGeom>
              <a:noFill/>
              <a:ln w="12700" cap="flat" cmpd="sng">
                <a:solidFill>
                  <a:schemeClr val="bg1"/>
                </a:solidFill>
                <a:bevel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/>
              <a:lstStyle/>
              <a:p>
                <a:pPr algn="ctr"/>
                <a:endParaRPr lang="zh-CN" altLang="zh-CN">
                  <a:solidFill>
                    <a:srgbClr val="FFFFFF"/>
                  </a:solidFill>
                  <a:latin typeface="宋体" panose="02010600030101010101" pitchFamily="2" charset="-122"/>
                  <a:sym typeface="宋体" panose="02010600030101010101" pitchFamily="2" charset="-122"/>
                </a:endParaRPr>
              </a:p>
            </p:txBody>
          </p:sp>
        </p:grpSp>
      </p:grpSp>
      <p:grpSp>
        <p:nvGrpSpPr>
          <p:cNvPr id="3084" name="组合 35"/>
          <p:cNvGrpSpPr>
            <a:grpSpLocks/>
          </p:cNvGrpSpPr>
          <p:nvPr/>
        </p:nvGrpSpPr>
        <p:grpSpPr bwMode="auto">
          <a:xfrm>
            <a:off x="7366000" y="195263"/>
            <a:ext cx="288925" cy="288925"/>
            <a:chOff x="0" y="0"/>
            <a:chExt cx="288032" cy="288032"/>
          </a:xfrm>
        </p:grpSpPr>
        <p:sp>
          <p:nvSpPr>
            <p:cNvPr id="3085" name="椭圆 36"/>
            <p:cNvSpPr>
              <a:spLocks noChangeArrowheads="1"/>
            </p:cNvSpPr>
            <p:nvPr/>
          </p:nvSpPr>
          <p:spPr bwMode="auto">
            <a:xfrm>
              <a:off x="0" y="0"/>
              <a:ext cx="288032" cy="288032"/>
            </a:xfrm>
            <a:prstGeom prst="ellipse">
              <a:avLst/>
            </a:prstGeom>
            <a:noFill/>
            <a:ln w="12700" cap="flat" cmpd="sng">
              <a:solidFill>
                <a:schemeClr val="bg1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grpSp>
          <p:nvGrpSpPr>
            <p:cNvPr id="3086" name="组合 37"/>
            <p:cNvGrpSpPr>
              <a:grpSpLocks/>
            </p:cNvGrpSpPr>
            <p:nvPr/>
          </p:nvGrpSpPr>
          <p:grpSpPr bwMode="auto">
            <a:xfrm>
              <a:off x="108012" y="97370"/>
              <a:ext cx="72008" cy="108000"/>
              <a:chOff x="0" y="0"/>
              <a:chExt cx="72008" cy="108000"/>
            </a:xfrm>
          </p:grpSpPr>
          <p:sp>
            <p:nvSpPr>
              <p:cNvPr id="3087" name="直接连接符 38"/>
              <p:cNvSpPr>
                <a:spLocks noChangeShapeType="1"/>
              </p:cNvSpPr>
              <p:nvPr/>
            </p:nvSpPr>
            <p:spPr bwMode="auto">
              <a:xfrm>
                <a:off x="0" y="0"/>
                <a:ext cx="1" cy="108000"/>
              </a:xfrm>
              <a:prstGeom prst="line">
                <a:avLst/>
              </a:prstGeom>
              <a:noFill/>
              <a:ln w="9525" cap="flat" cmpd="sng">
                <a:solidFill>
                  <a:schemeClr val="bg1"/>
                </a:solidFill>
                <a:bevel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8" name="直接连接符 39"/>
              <p:cNvSpPr>
                <a:spLocks noChangeShapeType="1"/>
              </p:cNvSpPr>
              <p:nvPr/>
            </p:nvSpPr>
            <p:spPr bwMode="auto">
              <a:xfrm>
                <a:off x="72008" y="0"/>
                <a:ext cx="1" cy="108000"/>
              </a:xfrm>
              <a:prstGeom prst="line">
                <a:avLst/>
              </a:prstGeom>
              <a:noFill/>
              <a:ln w="9525" cap="flat" cmpd="sng">
                <a:solidFill>
                  <a:schemeClr val="bg1"/>
                </a:solidFill>
                <a:bevel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3089" name="组合 40"/>
          <p:cNvGrpSpPr>
            <a:grpSpLocks/>
          </p:cNvGrpSpPr>
          <p:nvPr/>
        </p:nvGrpSpPr>
        <p:grpSpPr bwMode="auto">
          <a:xfrm>
            <a:off x="7989888" y="195263"/>
            <a:ext cx="287337" cy="288925"/>
            <a:chOff x="0" y="0"/>
            <a:chExt cx="288032" cy="288032"/>
          </a:xfrm>
        </p:grpSpPr>
        <p:sp>
          <p:nvSpPr>
            <p:cNvPr id="3090" name="椭圆 41"/>
            <p:cNvSpPr>
              <a:spLocks noChangeArrowheads="1"/>
            </p:cNvSpPr>
            <p:nvPr/>
          </p:nvSpPr>
          <p:spPr bwMode="auto">
            <a:xfrm>
              <a:off x="0" y="0"/>
              <a:ext cx="288032" cy="288032"/>
            </a:xfrm>
            <a:prstGeom prst="ellipse">
              <a:avLst/>
            </a:prstGeom>
            <a:noFill/>
            <a:ln w="12700" cap="flat" cmpd="sng">
              <a:solidFill>
                <a:schemeClr val="bg1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3091" name="矩形 42"/>
            <p:cNvSpPr>
              <a:spLocks noChangeArrowheads="1"/>
            </p:cNvSpPr>
            <p:nvPr/>
          </p:nvSpPr>
          <p:spPr bwMode="auto">
            <a:xfrm>
              <a:off x="86064" y="85549"/>
              <a:ext cx="108000" cy="108000"/>
            </a:xfrm>
            <a:prstGeom prst="rect">
              <a:avLst/>
            </a:prstGeom>
            <a:noFill/>
            <a:ln w="12700" cap="flat" cmpd="sng">
              <a:solidFill>
                <a:schemeClr val="bg1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</p:grpSp>
      <p:sp>
        <p:nvSpPr>
          <p:cNvPr id="3093" name="直接连接符 35"/>
          <p:cNvSpPr>
            <a:spLocks noChangeShapeType="1"/>
          </p:cNvSpPr>
          <p:nvPr/>
        </p:nvSpPr>
        <p:spPr bwMode="auto">
          <a:xfrm>
            <a:off x="2916066" y="2579998"/>
            <a:ext cx="4248150" cy="0"/>
          </a:xfrm>
          <a:prstGeom prst="line">
            <a:avLst/>
          </a:prstGeom>
          <a:noFill/>
          <a:ln w="9525" cap="flat" cmpd="sng">
            <a:solidFill>
              <a:schemeClr val="bg1"/>
            </a:solidFill>
            <a:bevel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94" name="直接连接符 36"/>
          <p:cNvSpPr>
            <a:spLocks noChangeShapeType="1"/>
          </p:cNvSpPr>
          <p:nvPr/>
        </p:nvSpPr>
        <p:spPr bwMode="auto">
          <a:xfrm>
            <a:off x="2916066" y="3516623"/>
            <a:ext cx="4248150" cy="0"/>
          </a:xfrm>
          <a:prstGeom prst="line">
            <a:avLst/>
          </a:prstGeom>
          <a:noFill/>
          <a:ln w="9525" cap="flat" cmpd="sng">
            <a:solidFill>
              <a:schemeClr val="bg1"/>
            </a:solidFill>
            <a:bevel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95" name="TextBox 37"/>
          <p:cNvSpPr>
            <a:spLocks noChangeArrowheads="1"/>
          </p:cNvSpPr>
          <p:nvPr/>
        </p:nvSpPr>
        <p:spPr bwMode="auto">
          <a:xfrm>
            <a:off x="2916066" y="2724461"/>
            <a:ext cx="42481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面向对象的分析与设计</a:t>
            </a:r>
          </a:p>
        </p:txBody>
      </p:sp>
      <p:sp>
        <p:nvSpPr>
          <p:cNvPr id="3096" name="TextBox 38"/>
          <p:cNvSpPr>
            <a:spLocks noChangeArrowheads="1"/>
          </p:cNvSpPr>
          <p:nvPr/>
        </p:nvSpPr>
        <p:spPr bwMode="auto">
          <a:xfrm>
            <a:off x="3492328" y="3742048"/>
            <a:ext cx="309562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复习篇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4572204" y="1203636"/>
            <a:ext cx="1152525" cy="1150938"/>
            <a:chOff x="3851940" y="1112492"/>
            <a:chExt cx="1152525" cy="1150938"/>
          </a:xfrm>
        </p:grpSpPr>
        <p:sp>
          <p:nvSpPr>
            <p:cNvPr id="3092" name="椭圆 33"/>
            <p:cNvSpPr>
              <a:spLocks noChangeArrowheads="1"/>
            </p:cNvSpPr>
            <p:nvPr/>
          </p:nvSpPr>
          <p:spPr bwMode="auto">
            <a:xfrm>
              <a:off x="3851940" y="1112492"/>
              <a:ext cx="1152525" cy="1150938"/>
            </a:xfrm>
            <a:prstGeom prst="ellipse">
              <a:avLst/>
            </a:prstGeom>
            <a:solidFill>
              <a:srgbClr val="FFFFFF">
                <a:alpha val="31999"/>
              </a:srgbClr>
            </a:solidFill>
            <a:ln w="12700" cap="flat" cmpd="sng">
              <a:solidFill>
                <a:schemeClr val="bg1"/>
              </a:solidFill>
              <a:bevel/>
              <a:headEnd/>
              <a:tailEnd/>
            </a:ln>
          </p:spPr>
          <p:txBody>
            <a:bodyPr anchor="ctr"/>
            <a:lstStyle/>
            <a:p>
              <a:pPr algn="ctr"/>
              <a:endParaRPr lang="zh-CN" altLang="en-US" sz="2800" dirty="0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pic>
          <p:nvPicPr>
            <p:cNvPr id="25" name="Picture 6" descr="D:\工作\设计素材\开大logo.pn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01177" y="1287911"/>
              <a:ext cx="654050" cy="800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3" name="图片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316" y="1499908"/>
            <a:ext cx="2558132" cy="20254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p:transition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0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0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0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0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0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0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0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0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0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>
                                      <p:cBhvr>
                                        <p:cTn id="26" dur="500" tmFilter="0,0; .5, 1; 1, 1"/>
                                        <p:tgtEl>
                                          <p:spTgt spid="3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950"/>
                            </p:stCondLst>
                            <p:childTnLst>
                              <p:par>
                                <p:cTn id="28" presetID="56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30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31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to="(#ppt_y)" calcmode="lin" valueType="num">
                                      <p:cBhvr>
                                        <p:cTn id="3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3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150"/>
                            </p:stCondLst>
                            <p:childTnLst>
                              <p:par>
                                <p:cTn id="35" presetID="3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45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" accel="100000" fill="hold">
                                          <p:stCondLst>
                                            <p:cond delay="4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93" grpId="0" animBg="1"/>
      <p:bldP spid="3094" grpId="0" animBg="1"/>
      <p:bldP spid="3095" grpId="0" bldLvl="0" autoUpdateAnimBg="0"/>
      <p:bldP spid="3096" grpId="0" bldLvl="0" autoUpdateAnimBg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矩形 3"/>
          <p:cNvSpPr>
            <a:spLocks noChangeArrowheads="1"/>
          </p:cNvSpPr>
          <p:nvPr/>
        </p:nvSpPr>
        <p:spPr bwMode="auto">
          <a:xfrm>
            <a:off x="0" y="6350"/>
            <a:ext cx="2700338" cy="5137150"/>
          </a:xfrm>
          <a:prstGeom prst="rect">
            <a:avLst/>
          </a:prstGeom>
          <a:solidFill>
            <a:srgbClr val="FFFFFF">
              <a:alpha val="5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25400" cap="flat" cmpd="sng">
                <a:solidFill>
                  <a:srgbClr val="395E8A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099" name="TextBox 5"/>
          <p:cNvSpPr>
            <a:spLocks noChangeArrowheads="1"/>
          </p:cNvSpPr>
          <p:nvPr/>
        </p:nvSpPr>
        <p:spPr bwMode="auto">
          <a:xfrm>
            <a:off x="549326" y="2613025"/>
            <a:ext cx="157447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3600" b="1" dirty="0">
                <a:solidFill>
                  <a:srgbClr val="E36C0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Review</a:t>
            </a:r>
            <a:endParaRPr lang="zh-CN" altLang="en-US" sz="3600" b="1" dirty="0">
              <a:solidFill>
                <a:srgbClr val="E36C09"/>
              </a:solidFill>
              <a:latin typeface="Calibri" panose="020F0502020204030204" pitchFamily="34" charset="0"/>
              <a:sym typeface="宋体" panose="02010600030101010101" pitchFamily="2" charset="-122"/>
            </a:endParaRPr>
          </a:p>
        </p:txBody>
      </p:sp>
      <p:sp>
        <p:nvSpPr>
          <p:cNvPr id="4100" name="TextBox 6"/>
          <p:cNvSpPr>
            <a:spLocks noChangeArrowheads="1"/>
          </p:cNvSpPr>
          <p:nvPr/>
        </p:nvSpPr>
        <p:spPr bwMode="auto">
          <a:xfrm>
            <a:off x="693738" y="1890713"/>
            <a:ext cx="1313180" cy="769441"/>
          </a:xfrm>
          <a:prstGeom prst="rect">
            <a:avLst/>
          </a:prstGeom>
          <a:solidFill>
            <a:srgbClr val="E36C0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复习</a:t>
            </a:r>
          </a:p>
        </p:txBody>
      </p:sp>
      <p:sp>
        <p:nvSpPr>
          <p:cNvPr id="4101" name="椭圆 8"/>
          <p:cNvSpPr>
            <a:spLocks noChangeArrowheads="1"/>
          </p:cNvSpPr>
          <p:nvPr/>
        </p:nvSpPr>
        <p:spPr bwMode="auto">
          <a:xfrm>
            <a:off x="3563938" y="1109448"/>
            <a:ext cx="215900" cy="215900"/>
          </a:xfrm>
          <a:prstGeom prst="ellipse">
            <a:avLst/>
          </a:prstGeom>
          <a:solidFill>
            <a:srgbClr val="E36C09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cap="flat" cmpd="sng">
                <a:solidFill>
                  <a:srgbClr val="395E8A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102" name="矩形 9"/>
          <p:cNvSpPr>
            <a:spLocks noChangeArrowheads="1"/>
          </p:cNvSpPr>
          <p:nvPr/>
        </p:nvSpPr>
        <p:spPr bwMode="auto">
          <a:xfrm>
            <a:off x="3965575" y="1041186"/>
            <a:ext cx="3702683" cy="354012"/>
          </a:xfrm>
          <a:prstGeom prst="rect">
            <a:avLst/>
          </a:prstGeom>
          <a:solidFill>
            <a:srgbClr val="FFFFFF">
              <a:alpha val="40000"/>
            </a:srgbClr>
          </a:solidFill>
          <a:ln>
            <a:noFill/>
          </a:ln>
        </p:spPr>
        <p:txBody>
          <a:bodyPr anchor="ctr"/>
          <a:lstStyle/>
          <a:p>
            <a:r>
              <a:rPr lang="zh-CN" altLang="en-US" b="1" dirty="0">
                <a:solidFill>
                  <a:srgbClr val="E36C0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Calibri" panose="020F0502020204030204" pitchFamily="34" charset="0"/>
              </a:rPr>
              <a:t>理解概念，掌握相应的思维方法</a:t>
            </a:r>
          </a:p>
        </p:txBody>
      </p:sp>
      <p:sp>
        <p:nvSpPr>
          <p:cNvPr id="4103" name="椭圆 10"/>
          <p:cNvSpPr>
            <a:spLocks noChangeArrowheads="1"/>
          </p:cNvSpPr>
          <p:nvPr/>
        </p:nvSpPr>
        <p:spPr bwMode="auto">
          <a:xfrm>
            <a:off x="3563938" y="1701586"/>
            <a:ext cx="215900" cy="215900"/>
          </a:xfrm>
          <a:prstGeom prst="ellipse">
            <a:avLst/>
          </a:prstGeom>
          <a:solidFill>
            <a:srgbClr val="E36C09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cap="flat" cmpd="sng">
                <a:solidFill>
                  <a:srgbClr val="395E8A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104" name="矩形 11"/>
          <p:cNvSpPr>
            <a:spLocks noChangeArrowheads="1"/>
          </p:cNvSpPr>
          <p:nvPr/>
        </p:nvSpPr>
        <p:spPr bwMode="auto">
          <a:xfrm>
            <a:off x="3965575" y="1631736"/>
            <a:ext cx="3702683" cy="355600"/>
          </a:xfrm>
          <a:prstGeom prst="rect">
            <a:avLst/>
          </a:prstGeom>
          <a:solidFill>
            <a:srgbClr val="FFFFFF">
              <a:alpha val="40000"/>
            </a:srgbClr>
          </a:solidFill>
          <a:ln>
            <a:noFill/>
          </a:ln>
        </p:spPr>
        <p:txBody>
          <a:bodyPr anchor="ctr"/>
          <a:lstStyle/>
          <a:p>
            <a:r>
              <a:rPr lang="en-US" altLang="zh-CN" b="1" dirty="0">
                <a:solidFill>
                  <a:srgbClr val="E36C0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Calibri" panose="020F0502020204030204" pitchFamily="34" charset="0"/>
              </a:rPr>
              <a:t>UML</a:t>
            </a:r>
            <a:r>
              <a:rPr lang="zh-CN" altLang="en-US" b="1" dirty="0">
                <a:solidFill>
                  <a:srgbClr val="E36C0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Calibri" panose="020F0502020204030204" pitchFamily="34" charset="0"/>
              </a:rPr>
              <a:t>建模方法是学习的重点</a:t>
            </a:r>
          </a:p>
        </p:txBody>
      </p:sp>
    </p:spTree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12" dur="500"/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0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0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>
                                      <p:cBhvr>
                                        <p:cTn id="20" dur="500"/>
                                        <p:tgtEl>
                                          <p:spTgt spid="4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2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24" dur="500"/>
                                        <p:tgtEl>
                                          <p:spTgt spid="4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1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33" dur="500"/>
                                        <p:tgtEl>
                                          <p:spTgt spid="4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8" grpId="0" bldLvl="0" animBg="1" autoUpdateAnimBg="0"/>
      <p:bldP spid="4099" grpId="0" bldLvl="0" autoUpdateAnimBg="0"/>
      <p:bldP spid="4100" grpId="0" bldLvl="0" animBg="1" autoUpdateAnimBg="0"/>
      <p:bldP spid="4101" grpId="0" bldLvl="0" animBg="1" autoUpdateAnimBg="0"/>
      <p:bldP spid="4102" grpId="0" bldLvl="0" animBg="1" autoUpdateAnimBg="0"/>
      <p:bldP spid="4103" grpId="0" bldLvl="0" animBg="1" autoUpdateAnimBg="0"/>
      <p:bldP spid="4104" grpId="0" bldLvl="0" animBg="1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矩形 3"/>
          <p:cNvSpPr>
            <a:spLocks noChangeArrowheads="1"/>
          </p:cNvSpPr>
          <p:nvPr/>
        </p:nvSpPr>
        <p:spPr bwMode="auto">
          <a:xfrm>
            <a:off x="0" y="6350"/>
            <a:ext cx="2700338" cy="5137150"/>
          </a:xfrm>
          <a:prstGeom prst="rect">
            <a:avLst/>
          </a:prstGeom>
          <a:solidFill>
            <a:srgbClr val="FFFFFF">
              <a:alpha val="5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25400" cap="flat" cmpd="sng">
                <a:solidFill>
                  <a:srgbClr val="395E8A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099" name="TextBox 5"/>
          <p:cNvSpPr>
            <a:spLocks noChangeArrowheads="1"/>
          </p:cNvSpPr>
          <p:nvPr/>
        </p:nvSpPr>
        <p:spPr bwMode="auto">
          <a:xfrm>
            <a:off x="549326" y="2613025"/>
            <a:ext cx="157447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3600" b="1" dirty="0">
                <a:solidFill>
                  <a:srgbClr val="E36C0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Review</a:t>
            </a:r>
            <a:endParaRPr lang="zh-CN" altLang="en-US" sz="3600" b="1" dirty="0">
              <a:solidFill>
                <a:srgbClr val="E36C09"/>
              </a:solidFill>
              <a:latin typeface="Calibri" panose="020F0502020204030204" pitchFamily="34" charset="0"/>
              <a:sym typeface="宋体" panose="02010600030101010101" pitchFamily="2" charset="-122"/>
            </a:endParaRPr>
          </a:p>
        </p:txBody>
      </p:sp>
      <p:sp>
        <p:nvSpPr>
          <p:cNvPr id="4100" name="TextBox 6"/>
          <p:cNvSpPr>
            <a:spLocks noChangeArrowheads="1"/>
          </p:cNvSpPr>
          <p:nvPr/>
        </p:nvSpPr>
        <p:spPr bwMode="auto">
          <a:xfrm>
            <a:off x="693738" y="1890713"/>
            <a:ext cx="1313180" cy="769441"/>
          </a:xfrm>
          <a:prstGeom prst="rect">
            <a:avLst/>
          </a:prstGeom>
          <a:solidFill>
            <a:srgbClr val="E36C0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复习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5004036" y="1554260"/>
            <a:ext cx="1518623" cy="1440120"/>
            <a:chOff x="4311097" y="1921282"/>
            <a:chExt cx="1518623" cy="1440120"/>
          </a:xfrm>
        </p:grpSpPr>
        <p:sp>
          <p:nvSpPr>
            <p:cNvPr id="3" name="椭圆 2"/>
            <p:cNvSpPr/>
            <p:nvPr/>
          </p:nvSpPr>
          <p:spPr bwMode="auto">
            <a:xfrm>
              <a:off x="4311097" y="1921282"/>
              <a:ext cx="1518623" cy="1440120"/>
            </a:xfrm>
            <a:prstGeom prst="ellipse">
              <a:avLst/>
            </a:prstGeom>
            <a:solidFill>
              <a:srgbClr val="31859B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" name="矩形 1"/>
            <p:cNvSpPr/>
            <p:nvPr/>
          </p:nvSpPr>
          <p:spPr>
            <a:xfrm>
              <a:off x="4341812" y="2446800"/>
              <a:ext cx="1487908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b="1" dirty="0">
                  <a:solidFill>
                    <a:srgbClr val="FFC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UML</a:t>
              </a:r>
              <a:r>
                <a:rPr lang="zh-CN" altLang="zh-CN" sz="1600" b="1" dirty="0">
                  <a:solidFill>
                    <a:srgbClr val="FFC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建模方法</a:t>
              </a:r>
              <a:endParaRPr lang="zh-CN" altLang="en-US" sz="1600" b="1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2987868" y="1347648"/>
            <a:ext cx="1721799" cy="1153605"/>
            <a:chOff x="3973230" y="518069"/>
            <a:chExt cx="1721799" cy="1153605"/>
          </a:xfrm>
        </p:grpSpPr>
        <p:sp>
          <p:nvSpPr>
            <p:cNvPr id="6" name="椭圆形标注 5"/>
            <p:cNvSpPr/>
            <p:nvPr/>
          </p:nvSpPr>
          <p:spPr bwMode="auto">
            <a:xfrm>
              <a:off x="3973230" y="518069"/>
              <a:ext cx="1721799" cy="1153605"/>
            </a:xfrm>
            <a:prstGeom prst="wedgeEllipseCallout">
              <a:avLst>
                <a:gd name="adj1" fmla="val 62897"/>
                <a:gd name="adj2" fmla="val 14213"/>
              </a:avLst>
            </a:prstGeom>
            <a:solidFill>
              <a:schemeClr val="bg1">
                <a:lumMod val="95000"/>
                <a:alpha val="70000"/>
              </a:schemeClr>
            </a:solidFill>
            <a:ln w="9525" cap="flat" cmpd="sng" algn="ctr">
              <a:solidFill>
                <a:srgbClr val="31859B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" name="矩形 4"/>
            <p:cNvSpPr/>
            <p:nvPr/>
          </p:nvSpPr>
          <p:spPr>
            <a:xfrm>
              <a:off x="4109829" y="811967"/>
              <a:ext cx="1519540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如何建立</a:t>
              </a:r>
              <a:endPara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需求分析模型？</a:t>
              </a:r>
              <a:endPara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3695795" y="411570"/>
            <a:ext cx="1596265" cy="998678"/>
            <a:chOff x="3937975" y="524282"/>
            <a:chExt cx="1596265" cy="998678"/>
          </a:xfrm>
        </p:grpSpPr>
        <p:sp>
          <p:nvSpPr>
            <p:cNvPr id="20" name="椭圆形标注 19"/>
            <p:cNvSpPr/>
            <p:nvPr/>
          </p:nvSpPr>
          <p:spPr bwMode="auto">
            <a:xfrm>
              <a:off x="3937975" y="524282"/>
              <a:ext cx="1596265" cy="998678"/>
            </a:xfrm>
            <a:prstGeom prst="wedgeEllipseCallout">
              <a:avLst>
                <a:gd name="adj1" fmla="val 38537"/>
                <a:gd name="adj2" fmla="val 61296"/>
              </a:avLst>
            </a:prstGeom>
            <a:solidFill>
              <a:schemeClr val="bg1">
                <a:lumMod val="95000"/>
                <a:alpha val="70000"/>
              </a:schemeClr>
            </a:solidFill>
            <a:ln w="9525" cap="flat" cmpd="sng" algn="ctr">
              <a:solidFill>
                <a:srgbClr val="31859B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1" name="矩形 20"/>
            <p:cNvSpPr/>
            <p:nvPr/>
          </p:nvSpPr>
          <p:spPr>
            <a:xfrm>
              <a:off x="4081987" y="812306"/>
              <a:ext cx="1317551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如何建立设计模型？</a:t>
              </a: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5292060" y="267558"/>
            <a:ext cx="1596265" cy="998678"/>
            <a:chOff x="3937975" y="524282"/>
            <a:chExt cx="1596265" cy="998678"/>
          </a:xfrm>
        </p:grpSpPr>
        <p:sp>
          <p:nvSpPr>
            <p:cNvPr id="23" name="椭圆形标注 22"/>
            <p:cNvSpPr/>
            <p:nvPr/>
          </p:nvSpPr>
          <p:spPr bwMode="auto">
            <a:xfrm>
              <a:off x="3937975" y="524282"/>
              <a:ext cx="1596265" cy="998678"/>
            </a:xfrm>
            <a:prstGeom prst="wedgeEllipseCallout">
              <a:avLst>
                <a:gd name="adj1" fmla="val -25908"/>
                <a:gd name="adj2" fmla="val 59388"/>
              </a:avLst>
            </a:prstGeom>
            <a:solidFill>
              <a:schemeClr val="bg1">
                <a:lumMod val="95000"/>
                <a:alpha val="70000"/>
              </a:schemeClr>
            </a:solidFill>
            <a:ln w="9525" cap="flat" cmpd="sng" algn="ctr">
              <a:solidFill>
                <a:srgbClr val="31859B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4" name="矩形 23"/>
            <p:cNvSpPr/>
            <p:nvPr/>
          </p:nvSpPr>
          <p:spPr>
            <a:xfrm>
              <a:off x="4080953" y="791533"/>
              <a:ext cx="1440120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分析模型如何</a:t>
              </a:r>
              <a:endPara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转换为设计模型？</a:t>
              </a: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6588168" y="843606"/>
            <a:ext cx="1596265" cy="998678"/>
            <a:chOff x="3937975" y="524282"/>
            <a:chExt cx="1596265" cy="998678"/>
          </a:xfrm>
        </p:grpSpPr>
        <p:sp>
          <p:nvSpPr>
            <p:cNvPr id="26" name="椭圆形标注 25"/>
            <p:cNvSpPr/>
            <p:nvPr/>
          </p:nvSpPr>
          <p:spPr bwMode="auto">
            <a:xfrm>
              <a:off x="3937975" y="524282"/>
              <a:ext cx="1596265" cy="998678"/>
            </a:xfrm>
            <a:prstGeom prst="wedgeEllipseCallout">
              <a:avLst>
                <a:gd name="adj1" fmla="val -56937"/>
                <a:gd name="adj2" fmla="val 33636"/>
              </a:avLst>
            </a:prstGeom>
            <a:solidFill>
              <a:schemeClr val="bg1">
                <a:lumMod val="95000"/>
                <a:alpha val="70000"/>
              </a:schemeClr>
            </a:solidFill>
            <a:ln w="9525" cap="flat" cmpd="sng" algn="ctr">
              <a:solidFill>
                <a:srgbClr val="31859B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4009981" y="783722"/>
              <a:ext cx="1440120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为何要关注对象的行为模型？</a:t>
              </a: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6834210" y="1851690"/>
            <a:ext cx="1986144" cy="1140787"/>
            <a:chOff x="3937975" y="597041"/>
            <a:chExt cx="1986144" cy="1140787"/>
          </a:xfrm>
        </p:grpSpPr>
        <p:sp>
          <p:nvSpPr>
            <p:cNvPr id="29" name="椭圆形标注 28"/>
            <p:cNvSpPr/>
            <p:nvPr/>
          </p:nvSpPr>
          <p:spPr bwMode="auto">
            <a:xfrm>
              <a:off x="3937975" y="597041"/>
              <a:ext cx="1939707" cy="1140787"/>
            </a:xfrm>
            <a:prstGeom prst="wedgeEllipseCallout">
              <a:avLst>
                <a:gd name="adj1" fmla="val -63140"/>
                <a:gd name="adj2" fmla="val -24217"/>
              </a:avLst>
            </a:prstGeom>
            <a:solidFill>
              <a:schemeClr val="bg1">
                <a:lumMod val="95000"/>
                <a:alpha val="70000"/>
              </a:schemeClr>
            </a:solidFill>
            <a:ln w="9525" cap="flat" cmpd="sng" algn="ctr">
              <a:solidFill>
                <a:srgbClr val="31859B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4102978" y="865707"/>
              <a:ext cx="1821141" cy="7386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设计模型中类和接口、继承、对象关系是怎样描述和利用的？</a:t>
              </a:r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6300144" y="2931780"/>
            <a:ext cx="1800150" cy="1008084"/>
            <a:chOff x="3937976" y="524282"/>
            <a:chExt cx="1800150" cy="1008084"/>
          </a:xfrm>
        </p:grpSpPr>
        <p:sp>
          <p:nvSpPr>
            <p:cNvPr id="32" name="椭圆形标注 31"/>
            <p:cNvSpPr/>
            <p:nvPr/>
          </p:nvSpPr>
          <p:spPr bwMode="auto">
            <a:xfrm>
              <a:off x="3937976" y="524282"/>
              <a:ext cx="1800150" cy="1008084"/>
            </a:xfrm>
            <a:prstGeom prst="wedgeEllipseCallout">
              <a:avLst>
                <a:gd name="adj1" fmla="val -28658"/>
                <a:gd name="adj2" fmla="val -61816"/>
              </a:avLst>
            </a:prstGeom>
            <a:solidFill>
              <a:schemeClr val="bg1">
                <a:lumMod val="95000"/>
                <a:alpha val="70000"/>
              </a:schemeClr>
            </a:solidFill>
            <a:ln w="9525" cap="flat" cmpd="sng" algn="ctr">
              <a:solidFill>
                <a:srgbClr val="31859B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3" name="矩形 32"/>
            <p:cNvSpPr/>
            <p:nvPr/>
          </p:nvSpPr>
          <p:spPr>
            <a:xfrm>
              <a:off x="4009981" y="793128"/>
              <a:ext cx="1665171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进而为什么要提出和运用设计模式？</a:t>
              </a: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4467045" y="3265908"/>
            <a:ext cx="1905105" cy="1105992"/>
            <a:chOff x="3937975" y="524282"/>
            <a:chExt cx="1905105" cy="1105992"/>
          </a:xfrm>
        </p:grpSpPr>
        <p:sp>
          <p:nvSpPr>
            <p:cNvPr id="35" name="椭圆形标注 34"/>
            <p:cNvSpPr/>
            <p:nvPr/>
          </p:nvSpPr>
          <p:spPr bwMode="auto">
            <a:xfrm>
              <a:off x="3937975" y="524282"/>
              <a:ext cx="1905105" cy="1105992"/>
            </a:xfrm>
            <a:prstGeom prst="wedgeEllipseCallout">
              <a:avLst>
                <a:gd name="adj1" fmla="val 18777"/>
                <a:gd name="adj2" fmla="val -65261"/>
              </a:avLst>
            </a:prstGeom>
            <a:solidFill>
              <a:schemeClr val="bg1">
                <a:lumMod val="95000"/>
                <a:alpha val="70000"/>
              </a:schemeClr>
            </a:solidFill>
            <a:ln w="9525" cap="flat" cmpd="sng" algn="ctr">
              <a:solidFill>
                <a:srgbClr val="31859B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6" name="矩形 35"/>
            <p:cNvSpPr/>
            <p:nvPr/>
          </p:nvSpPr>
          <p:spPr>
            <a:xfrm>
              <a:off x="4000948" y="766202"/>
              <a:ext cx="1821141" cy="7386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软件架构很重要，它的模型元素和设计机制有哪些？</a:t>
              </a:r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2804562" y="2545848"/>
            <a:ext cx="2127468" cy="1105992"/>
            <a:chOff x="3937975" y="524282"/>
            <a:chExt cx="2127468" cy="1105992"/>
          </a:xfrm>
        </p:grpSpPr>
        <p:sp>
          <p:nvSpPr>
            <p:cNvPr id="38" name="椭圆形标注 37"/>
            <p:cNvSpPr/>
            <p:nvPr/>
          </p:nvSpPr>
          <p:spPr bwMode="auto">
            <a:xfrm>
              <a:off x="3937975" y="524282"/>
              <a:ext cx="2127468" cy="1105992"/>
            </a:xfrm>
            <a:prstGeom prst="wedgeEllipseCallout">
              <a:avLst>
                <a:gd name="adj1" fmla="val 55774"/>
                <a:gd name="adj2" fmla="val -43731"/>
              </a:avLst>
            </a:prstGeom>
            <a:solidFill>
              <a:schemeClr val="bg1">
                <a:lumMod val="95000"/>
                <a:alpha val="70000"/>
              </a:schemeClr>
            </a:solidFill>
            <a:ln w="9525" cap="flat" cmpd="sng" algn="ctr">
              <a:solidFill>
                <a:srgbClr val="31859B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9" name="矩形 38"/>
            <p:cNvSpPr/>
            <p:nvPr/>
          </p:nvSpPr>
          <p:spPr>
            <a:xfrm>
              <a:off x="4049275" y="712225"/>
              <a:ext cx="1983456" cy="7386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软件架构是如何建立和运用？构件是什么？又是如何设计和部署的？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942729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52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52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52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3" presetClass="entr" presetSubtype="52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3" presetClass="entr" presetSubtype="52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3" presetClass="entr" presetSubtype="52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53" presetClass="entr" presetSubtype="52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53" presetClass="entr" presetSubtype="52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矩形 3"/>
          <p:cNvSpPr>
            <a:spLocks noChangeArrowheads="1"/>
          </p:cNvSpPr>
          <p:nvPr/>
        </p:nvSpPr>
        <p:spPr bwMode="auto">
          <a:xfrm>
            <a:off x="0" y="6350"/>
            <a:ext cx="2700338" cy="5137150"/>
          </a:xfrm>
          <a:prstGeom prst="rect">
            <a:avLst/>
          </a:prstGeom>
          <a:solidFill>
            <a:srgbClr val="FFFFFF">
              <a:alpha val="5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25400" cap="flat" cmpd="sng">
                <a:solidFill>
                  <a:srgbClr val="395E8A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099" name="TextBox 5"/>
          <p:cNvSpPr>
            <a:spLocks noChangeArrowheads="1"/>
          </p:cNvSpPr>
          <p:nvPr/>
        </p:nvSpPr>
        <p:spPr bwMode="auto">
          <a:xfrm>
            <a:off x="549326" y="2613025"/>
            <a:ext cx="157447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3600" b="1" dirty="0">
                <a:solidFill>
                  <a:srgbClr val="E36C0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Review</a:t>
            </a:r>
            <a:endParaRPr lang="zh-CN" altLang="en-US" sz="3600" b="1" dirty="0">
              <a:solidFill>
                <a:srgbClr val="E36C09"/>
              </a:solidFill>
              <a:latin typeface="Calibri" panose="020F0502020204030204" pitchFamily="34" charset="0"/>
              <a:sym typeface="宋体" panose="02010600030101010101" pitchFamily="2" charset="-122"/>
            </a:endParaRPr>
          </a:p>
        </p:txBody>
      </p:sp>
      <p:sp>
        <p:nvSpPr>
          <p:cNvPr id="4100" name="TextBox 6"/>
          <p:cNvSpPr>
            <a:spLocks noChangeArrowheads="1"/>
          </p:cNvSpPr>
          <p:nvPr/>
        </p:nvSpPr>
        <p:spPr bwMode="auto">
          <a:xfrm>
            <a:off x="693738" y="1890713"/>
            <a:ext cx="1313180" cy="769441"/>
          </a:xfrm>
          <a:prstGeom prst="rect">
            <a:avLst/>
          </a:prstGeom>
          <a:solidFill>
            <a:srgbClr val="E36C0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复习</a:t>
            </a:r>
          </a:p>
        </p:txBody>
      </p:sp>
      <p:sp>
        <p:nvSpPr>
          <p:cNvPr id="4101" name="椭圆 8"/>
          <p:cNvSpPr>
            <a:spLocks noChangeArrowheads="1"/>
          </p:cNvSpPr>
          <p:nvPr/>
        </p:nvSpPr>
        <p:spPr bwMode="auto">
          <a:xfrm>
            <a:off x="3563938" y="1109448"/>
            <a:ext cx="215900" cy="215900"/>
          </a:xfrm>
          <a:prstGeom prst="ellipse">
            <a:avLst/>
          </a:prstGeom>
          <a:solidFill>
            <a:srgbClr val="E36C09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cap="flat" cmpd="sng">
                <a:solidFill>
                  <a:srgbClr val="395E8A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102" name="矩形 9"/>
          <p:cNvSpPr>
            <a:spLocks noChangeArrowheads="1"/>
          </p:cNvSpPr>
          <p:nvPr/>
        </p:nvSpPr>
        <p:spPr bwMode="auto">
          <a:xfrm>
            <a:off x="3965575" y="1041186"/>
            <a:ext cx="3702683" cy="354012"/>
          </a:xfrm>
          <a:prstGeom prst="rect">
            <a:avLst/>
          </a:prstGeom>
          <a:solidFill>
            <a:srgbClr val="FFFFFF">
              <a:alpha val="40000"/>
            </a:srgbClr>
          </a:solidFill>
          <a:ln>
            <a:noFill/>
          </a:ln>
        </p:spPr>
        <p:txBody>
          <a:bodyPr anchor="ctr"/>
          <a:lstStyle/>
          <a:p>
            <a:r>
              <a:rPr lang="zh-CN" altLang="en-US" b="1" dirty="0">
                <a:solidFill>
                  <a:srgbClr val="E36C0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Calibri" panose="020F0502020204030204" pitchFamily="34" charset="0"/>
              </a:rPr>
              <a:t>理解概念，掌握相应的思维方法</a:t>
            </a:r>
          </a:p>
        </p:txBody>
      </p:sp>
      <p:sp>
        <p:nvSpPr>
          <p:cNvPr id="4103" name="椭圆 10"/>
          <p:cNvSpPr>
            <a:spLocks noChangeArrowheads="1"/>
          </p:cNvSpPr>
          <p:nvPr/>
        </p:nvSpPr>
        <p:spPr bwMode="auto">
          <a:xfrm>
            <a:off x="3563938" y="1701586"/>
            <a:ext cx="215900" cy="215900"/>
          </a:xfrm>
          <a:prstGeom prst="ellipse">
            <a:avLst/>
          </a:prstGeom>
          <a:solidFill>
            <a:srgbClr val="E36C09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cap="flat" cmpd="sng">
                <a:solidFill>
                  <a:srgbClr val="395E8A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104" name="矩形 11"/>
          <p:cNvSpPr>
            <a:spLocks noChangeArrowheads="1"/>
          </p:cNvSpPr>
          <p:nvPr/>
        </p:nvSpPr>
        <p:spPr bwMode="auto">
          <a:xfrm>
            <a:off x="3965575" y="1631736"/>
            <a:ext cx="3702683" cy="355600"/>
          </a:xfrm>
          <a:prstGeom prst="rect">
            <a:avLst/>
          </a:prstGeom>
          <a:solidFill>
            <a:srgbClr val="FFFFFF">
              <a:alpha val="40000"/>
            </a:srgbClr>
          </a:solidFill>
          <a:ln>
            <a:noFill/>
          </a:ln>
        </p:spPr>
        <p:txBody>
          <a:bodyPr anchor="ctr"/>
          <a:lstStyle/>
          <a:p>
            <a:r>
              <a:rPr lang="en-US" altLang="zh-CN" b="1" dirty="0">
                <a:solidFill>
                  <a:srgbClr val="E36C0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Calibri" panose="020F0502020204030204" pitchFamily="34" charset="0"/>
              </a:rPr>
              <a:t>UML</a:t>
            </a:r>
            <a:r>
              <a:rPr lang="zh-CN" altLang="en-US" b="1" dirty="0">
                <a:solidFill>
                  <a:srgbClr val="E36C0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Calibri" panose="020F0502020204030204" pitchFamily="34" charset="0"/>
              </a:rPr>
              <a:t>建模方法是学习的重点</a:t>
            </a:r>
          </a:p>
        </p:txBody>
      </p:sp>
      <p:sp>
        <p:nvSpPr>
          <p:cNvPr id="4105" name="椭圆 12"/>
          <p:cNvSpPr>
            <a:spLocks noChangeArrowheads="1"/>
          </p:cNvSpPr>
          <p:nvPr/>
        </p:nvSpPr>
        <p:spPr bwMode="auto">
          <a:xfrm>
            <a:off x="3563938" y="2263561"/>
            <a:ext cx="215900" cy="215900"/>
          </a:xfrm>
          <a:prstGeom prst="ellipse">
            <a:avLst/>
          </a:prstGeom>
          <a:solidFill>
            <a:srgbClr val="E36C09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cap="flat" cmpd="sng">
                <a:solidFill>
                  <a:srgbClr val="395E8A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106" name="矩形 13"/>
          <p:cNvSpPr>
            <a:spLocks noChangeArrowheads="1"/>
          </p:cNvSpPr>
          <p:nvPr/>
        </p:nvSpPr>
        <p:spPr bwMode="auto">
          <a:xfrm>
            <a:off x="3965575" y="2195298"/>
            <a:ext cx="3702683" cy="354013"/>
          </a:xfrm>
          <a:prstGeom prst="rect">
            <a:avLst/>
          </a:prstGeom>
          <a:solidFill>
            <a:srgbClr val="FFFFFF">
              <a:alpha val="40000"/>
            </a:srgbClr>
          </a:solidFill>
          <a:ln>
            <a:noFill/>
          </a:ln>
        </p:spPr>
        <p:txBody>
          <a:bodyPr anchor="ctr"/>
          <a:lstStyle/>
          <a:p>
            <a:r>
              <a:rPr lang="zh-CN" altLang="en-US" b="1" dirty="0">
                <a:solidFill>
                  <a:srgbClr val="E36C0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Calibri" panose="020F0502020204030204" pitchFamily="34" charset="0"/>
              </a:rPr>
              <a:t>理论知识应与实践环节相结合</a:t>
            </a:r>
          </a:p>
        </p:txBody>
      </p:sp>
      <p:sp>
        <p:nvSpPr>
          <p:cNvPr id="4107" name="椭圆 14"/>
          <p:cNvSpPr>
            <a:spLocks noChangeArrowheads="1"/>
          </p:cNvSpPr>
          <p:nvPr/>
        </p:nvSpPr>
        <p:spPr bwMode="auto">
          <a:xfrm>
            <a:off x="3563938" y="2862048"/>
            <a:ext cx="215900" cy="215900"/>
          </a:xfrm>
          <a:prstGeom prst="ellipse">
            <a:avLst/>
          </a:prstGeom>
          <a:solidFill>
            <a:srgbClr val="E36C09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cap="flat" cmpd="sng">
                <a:solidFill>
                  <a:srgbClr val="395E8A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108" name="矩形 15"/>
          <p:cNvSpPr>
            <a:spLocks noChangeArrowheads="1"/>
          </p:cNvSpPr>
          <p:nvPr/>
        </p:nvSpPr>
        <p:spPr bwMode="auto">
          <a:xfrm>
            <a:off x="3965575" y="2792198"/>
            <a:ext cx="3702683" cy="715630"/>
          </a:xfrm>
          <a:prstGeom prst="rect">
            <a:avLst/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anchor="ctr"/>
          <a:lstStyle/>
          <a:p>
            <a:r>
              <a:rPr lang="zh-CN" altLang="en-US" b="1" dirty="0">
                <a:solidFill>
                  <a:srgbClr val="E36C0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Calibri" panose="020F0502020204030204" pitchFamily="34" charset="0"/>
              </a:rPr>
              <a:t>建议以本课程教学视频、实验指导资料为主进行日常学习和期末复习。</a:t>
            </a:r>
          </a:p>
        </p:txBody>
      </p:sp>
    </p:spTree>
    <p:extLst>
      <p:ext uri="{BB962C8B-B14F-4D97-AF65-F5344CB8AC3E}">
        <p14:creationId xmlns:p14="http://schemas.microsoft.com/office/powerpoint/2010/main" val="4064043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4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4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17" dur="500"/>
                                        <p:tgtEl>
                                          <p:spTgt spid="4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05" grpId="0" bldLvl="0" animBg="1" autoUpdateAnimBg="0"/>
      <p:bldP spid="4106" grpId="0" bldLvl="0" animBg="1" autoUpdateAnimBg="0"/>
      <p:bldP spid="4107" grpId="0" bldLvl="0" animBg="1" autoUpdateAnimBg="0"/>
      <p:bldP spid="4108" grpId="0" bldLvl="0" animBg="1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Box 3"/>
          <p:cNvSpPr>
            <a:spLocks noChangeArrowheads="1"/>
          </p:cNvSpPr>
          <p:nvPr/>
        </p:nvSpPr>
        <p:spPr bwMode="auto">
          <a:xfrm>
            <a:off x="3430839" y="1991009"/>
            <a:ext cx="1261884" cy="523220"/>
          </a:xfrm>
          <a:prstGeom prst="rect">
            <a:avLst/>
          </a:prstGeom>
          <a:solidFill>
            <a:srgbClr val="E36C0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第一章</a:t>
            </a:r>
          </a:p>
        </p:txBody>
      </p:sp>
      <p:sp>
        <p:nvSpPr>
          <p:cNvPr id="5123" name="TextBox 4"/>
          <p:cNvSpPr>
            <a:spLocks noChangeArrowheads="1"/>
          </p:cNvSpPr>
          <p:nvPr/>
        </p:nvSpPr>
        <p:spPr bwMode="auto">
          <a:xfrm>
            <a:off x="3358479" y="2643756"/>
            <a:ext cx="423777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Calibri" panose="020F0502020204030204" pitchFamily="34" charset="0"/>
              </a:rPr>
              <a:t>Java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Calibri" panose="020F0502020204030204" pitchFamily="34" charset="0"/>
              </a:rPr>
              <a:t>语言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Calibri" panose="020F0502020204030204" pitchFamily="34" charset="0"/>
              </a:rPr>
              <a:t>OOP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Calibri" panose="020F0502020204030204" pitchFamily="34" charset="0"/>
              </a:rPr>
              <a:t>技术概述</a:t>
            </a:r>
          </a:p>
        </p:txBody>
      </p:sp>
      <p:sp>
        <p:nvSpPr>
          <p:cNvPr id="5124" name="TextBox 5"/>
          <p:cNvSpPr>
            <a:spLocks noChangeArrowheads="1"/>
          </p:cNvSpPr>
          <p:nvPr/>
        </p:nvSpPr>
        <p:spPr bwMode="auto">
          <a:xfrm>
            <a:off x="2339814" y="1975869"/>
            <a:ext cx="841897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8000" b="1" dirty="0">
                <a:solidFill>
                  <a:srgbClr val="FFFFFF"/>
                </a:solidFill>
                <a:latin typeface="Kozuka Mincho Pr6N H" pitchFamily="2" charset="-128"/>
                <a:ea typeface="Kozuka Mincho Pr6N H" pitchFamily="2" charset="-128"/>
                <a:sym typeface="Kozuka Mincho Pr6N H" pitchFamily="2" charset="-128"/>
              </a:rPr>
              <a:t>1</a:t>
            </a:r>
            <a:endParaRPr lang="zh-CN" altLang="en-US" sz="8000" b="1" dirty="0">
              <a:solidFill>
                <a:srgbClr val="FFFFFF"/>
              </a:solidFill>
              <a:latin typeface="Kozuka Mincho Pr6N H" pitchFamily="2" charset="-128"/>
              <a:ea typeface="Kozuka Mincho Pr6N H" pitchFamily="2" charset="-128"/>
              <a:sym typeface="Kozuka Mincho Pr6N H" pitchFamily="2" charset="-128"/>
            </a:endParaRPr>
          </a:p>
        </p:txBody>
      </p:sp>
      <p:sp>
        <p:nvSpPr>
          <p:cNvPr id="5125" name="直接连接符 6"/>
          <p:cNvSpPr>
            <a:spLocks noChangeShapeType="1"/>
          </p:cNvSpPr>
          <p:nvPr/>
        </p:nvSpPr>
        <p:spPr bwMode="auto">
          <a:xfrm>
            <a:off x="2311400" y="3167064"/>
            <a:ext cx="4852816" cy="0"/>
          </a:xfrm>
          <a:prstGeom prst="line">
            <a:avLst/>
          </a:prstGeom>
          <a:noFill/>
          <a:ln w="9525" cap="flat" cmpd="sng">
            <a:solidFill>
              <a:schemeClr val="bg1"/>
            </a:solidFill>
            <a:prstDash val="sysDot"/>
            <a:bevel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6" name="直接连接符 7"/>
          <p:cNvSpPr>
            <a:spLocks noChangeShapeType="1"/>
          </p:cNvSpPr>
          <p:nvPr/>
        </p:nvSpPr>
        <p:spPr bwMode="auto">
          <a:xfrm>
            <a:off x="2311400" y="1923696"/>
            <a:ext cx="4852816" cy="0"/>
          </a:xfrm>
          <a:prstGeom prst="line">
            <a:avLst/>
          </a:prstGeom>
          <a:noFill/>
          <a:ln w="9525" cap="flat" cmpd="sng">
            <a:solidFill>
              <a:schemeClr val="bg1"/>
            </a:solidFill>
            <a:prstDash val="sysDot"/>
            <a:bevel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233056"/>
      </p:ext>
    </p:extLst>
  </p:cSld>
  <p:clrMapOvr>
    <a:masterClrMapping/>
  </p:clrMapOvr>
  <p:transition spd="slow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250"/>
                                        <p:tgtEl>
                                          <p:spTgt spid="51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5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5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12" dur="250"/>
                                        <p:tgtEl>
                                          <p:spTgt spid="51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250" fill="hold"/>
                                        <p:tgtEl>
                                          <p:spTgt spid="5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5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250"/>
                            </p:stCondLst>
                            <p:childTnLst>
                              <p:par>
                                <p:cTn id="1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250" fill="hold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250" fill="hold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25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25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2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250" fill="hold"/>
                                        <p:tgtEl>
                                          <p:spTgt spid="5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250" fill="hold"/>
                                        <p:tgtEl>
                                          <p:spTgt spid="5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1" dur="250"/>
                                        <p:tgtEl>
                                          <p:spTgt spid="5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250"/>
                                        <p:tgtEl>
                                          <p:spTgt spid="5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5" dur="250"/>
                                        <p:tgtEl>
                                          <p:spTgt spid="5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250"/>
                                        <p:tgtEl>
                                          <p:spTgt spid="5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50"/>
                            </p:stCondLst>
                            <p:childTnLst>
                              <p:par>
                                <p:cTn id="39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0" dur="250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250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4" dur="250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250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 calcmode="lin" valueType="num">
                                      <p:cBhvr additive="base">
                                        <p:cTn id="48" dur="250"/>
                                        <p:tgtEl>
                                          <p:spTgt spid="5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250"/>
                                        <p:tgtEl>
                                          <p:spTgt spid="5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2" grpId="0" animBg="1"/>
      <p:bldP spid="5122" grpId="1" animBg="1"/>
      <p:bldP spid="5123" grpId="0"/>
      <p:bldP spid="5123" grpId="1"/>
      <p:bldP spid="5124" grpId="0"/>
      <p:bldP spid="5124" grpId="1"/>
      <p:bldP spid="5125" grpId="0" animBg="1"/>
      <p:bldP spid="5125" grpId="1" animBg="1"/>
      <p:bldP spid="5126" grpId="0" animBg="1"/>
      <p:bldP spid="5126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矩形 6"/>
          <p:cNvSpPr>
            <a:spLocks noChangeArrowheads="1"/>
          </p:cNvSpPr>
          <p:nvPr/>
        </p:nvSpPr>
        <p:spPr bwMode="auto">
          <a:xfrm>
            <a:off x="0" y="627063"/>
            <a:ext cx="9144000" cy="4105275"/>
          </a:xfrm>
          <a:prstGeom prst="rect">
            <a:avLst/>
          </a:prstGeom>
          <a:solidFill>
            <a:srgbClr val="FFFFFF">
              <a:alpha val="5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25400" cap="flat" cmpd="sng">
                <a:solidFill>
                  <a:srgbClr val="395E8A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6147" name="TextBox 7"/>
          <p:cNvSpPr>
            <a:spLocks noChangeArrowheads="1"/>
          </p:cNvSpPr>
          <p:nvPr/>
        </p:nvSpPr>
        <p:spPr bwMode="auto">
          <a:xfrm>
            <a:off x="0" y="365125"/>
            <a:ext cx="3203575" cy="523875"/>
          </a:xfrm>
          <a:prstGeom prst="rect">
            <a:avLst/>
          </a:prstGeom>
          <a:solidFill>
            <a:srgbClr val="E36C0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zh-CN" altLang="zh-CN" sz="2800" b="1">
              <a:solidFill>
                <a:schemeClr val="bg1"/>
              </a:solidFill>
              <a:latin typeface="Calibri" panose="020F0502020204030204" pitchFamily="34" charset="0"/>
              <a:sym typeface="宋体" panose="02010600030101010101" pitchFamily="2" charset="-122"/>
            </a:endParaRPr>
          </a:p>
        </p:txBody>
      </p:sp>
      <p:sp>
        <p:nvSpPr>
          <p:cNvPr id="6161" name="矩形 15"/>
          <p:cNvSpPr>
            <a:spLocks noChangeArrowheads="1"/>
          </p:cNvSpPr>
          <p:nvPr/>
        </p:nvSpPr>
        <p:spPr bwMode="auto">
          <a:xfrm>
            <a:off x="0" y="365125"/>
            <a:ext cx="320357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Calibri" panose="020F0502020204030204" pitchFamily="34" charset="0"/>
              </a:rPr>
              <a:t>第一章复习要点</a:t>
            </a:r>
          </a:p>
        </p:txBody>
      </p:sp>
      <p:sp>
        <p:nvSpPr>
          <p:cNvPr id="6" name="矩形 5"/>
          <p:cNvSpPr/>
          <p:nvPr/>
        </p:nvSpPr>
        <p:spPr>
          <a:xfrm>
            <a:off x="-36384" y="1520249"/>
            <a:ext cx="9144000" cy="455231"/>
          </a:xfrm>
          <a:prstGeom prst="rect">
            <a:avLst/>
          </a:prstGeom>
          <a:gradFill flip="none" rotWithShape="1">
            <a:gsLst>
              <a:gs pos="4000">
                <a:sysClr val="window" lastClr="FFFFFF">
                  <a:lumMod val="75000"/>
                </a:sysClr>
              </a:gs>
              <a:gs pos="70000">
                <a:sysClr val="window" lastClr="FFFFFF">
                  <a:lumMod val="75000"/>
                  <a:shade val="100000"/>
                  <a:satMod val="115000"/>
                  <a:alpha val="0"/>
                </a:sysClr>
              </a:gs>
              <a:gs pos="15000">
                <a:sysClr val="window" lastClr="FFFFFF">
                  <a:lumMod val="75000"/>
                  <a:shade val="100000"/>
                  <a:satMod val="115000"/>
                  <a:alpha val="17000"/>
                </a:sysClr>
              </a:gs>
            </a:gsLst>
            <a:lin ang="5400000" scaled="1"/>
            <a:tileRect/>
          </a:gradFill>
          <a:ln w="254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宋体"/>
              <a:cs typeface="+mn-cs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734155" y="1205909"/>
            <a:ext cx="2225955" cy="3165991"/>
            <a:chOff x="734155" y="1205909"/>
            <a:chExt cx="2225955" cy="3165991"/>
          </a:xfrm>
        </p:grpSpPr>
        <p:grpSp>
          <p:nvGrpSpPr>
            <p:cNvPr id="7" name="组合 6"/>
            <p:cNvGrpSpPr/>
            <p:nvPr/>
          </p:nvGrpSpPr>
          <p:grpSpPr>
            <a:xfrm>
              <a:off x="734155" y="1205909"/>
              <a:ext cx="2225955" cy="3165991"/>
              <a:chOff x="2695492" y="1587861"/>
              <a:chExt cx="2787212" cy="3964271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8" name="圆角矩形 1"/>
              <p:cNvSpPr/>
              <p:nvPr/>
            </p:nvSpPr>
            <p:spPr>
              <a:xfrm>
                <a:off x="2818408" y="1954933"/>
                <a:ext cx="2664296" cy="3597199"/>
              </a:xfrm>
              <a:custGeom>
                <a:avLst/>
                <a:gdLst/>
                <a:ahLst/>
                <a:cxnLst/>
                <a:rect l="l" t="t" r="r" b="b"/>
                <a:pathLst>
                  <a:path w="2664296" h="3597199">
                    <a:moveTo>
                      <a:pt x="190071" y="0"/>
                    </a:moveTo>
                    <a:lnTo>
                      <a:pt x="2474225" y="0"/>
                    </a:lnTo>
                    <a:cubicBezTo>
                      <a:pt x="2579198" y="0"/>
                      <a:pt x="2664296" y="85098"/>
                      <a:pt x="2664296" y="190071"/>
                    </a:cubicBezTo>
                    <a:lnTo>
                      <a:pt x="2664296" y="3410329"/>
                    </a:lnTo>
                    <a:cubicBezTo>
                      <a:pt x="2664296" y="3504451"/>
                      <a:pt x="2595883" y="3582594"/>
                      <a:pt x="2505979" y="3597199"/>
                    </a:cubicBezTo>
                    <a:lnTo>
                      <a:pt x="0" y="3113222"/>
                    </a:lnTo>
                    <a:lnTo>
                      <a:pt x="0" y="190071"/>
                    </a:lnTo>
                    <a:cubicBezTo>
                      <a:pt x="0" y="85098"/>
                      <a:pt x="85098" y="0"/>
                      <a:pt x="190071" y="0"/>
                    </a:cubicBezTo>
                    <a:close/>
                  </a:path>
                </a:pathLst>
              </a:custGeom>
              <a:solidFill>
                <a:sysClr val="windowText" lastClr="000000">
                  <a:lumMod val="50000"/>
                  <a:lumOff val="50000"/>
                </a:sysClr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宋体"/>
                  <a:cs typeface="+mn-cs"/>
                </a:endParaRPr>
              </a:p>
            </p:txBody>
          </p:sp>
          <p:sp>
            <p:nvSpPr>
              <p:cNvPr id="9" name="圆角矩形 3"/>
              <p:cNvSpPr/>
              <p:nvPr/>
            </p:nvSpPr>
            <p:spPr>
              <a:xfrm>
                <a:off x="2755894" y="1988840"/>
                <a:ext cx="2700000" cy="3559247"/>
              </a:xfrm>
              <a:custGeom>
                <a:avLst/>
                <a:gdLst/>
                <a:ahLst/>
                <a:cxnLst/>
                <a:rect l="l" t="t" r="r" b="b"/>
                <a:pathLst>
                  <a:path w="2700000" h="3559247">
                    <a:moveTo>
                      <a:pt x="192618" y="0"/>
                    </a:moveTo>
                    <a:lnTo>
                      <a:pt x="2507382" y="0"/>
                    </a:lnTo>
                    <a:cubicBezTo>
                      <a:pt x="2613762" y="0"/>
                      <a:pt x="2700000" y="86238"/>
                      <a:pt x="2700000" y="192618"/>
                    </a:cubicBezTo>
                    <a:lnTo>
                      <a:pt x="2700000" y="3370961"/>
                    </a:lnTo>
                    <a:cubicBezTo>
                      <a:pt x="2700000" y="3463556"/>
                      <a:pt x="2634665" y="3540891"/>
                      <a:pt x="2547552" y="3559247"/>
                    </a:cubicBezTo>
                    <a:lnTo>
                      <a:pt x="0" y="3067241"/>
                    </a:lnTo>
                    <a:lnTo>
                      <a:pt x="0" y="192618"/>
                    </a:lnTo>
                    <a:cubicBezTo>
                      <a:pt x="0" y="86238"/>
                      <a:pt x="86238" y="0"/>
                      <a:pt x="192618" y="0"/>
                    </a:cubicBezTo>
                    <a:close/>
                  </a:path>
                </a:pathLst>
              </a:custGeom>
              <a:pattFill prst="pct10">
                <a:fgClr>
                  <a:srgbClr val="BC8F00"/>
                </a:fgClr>
                <a:bgClr>
                  <a:srgbClr val="E7A521"/>
                </a:bgClr>
              </a:pattFill>
              <a:ln w="25400" cap="flat" cmpd="sng" algn="ctr">
                <a:noFill/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宋体"/>
                  <a:cs typeface="+mn-cs"/>
                </a:endParaRPr>
              </a:p>
            </p:txBody>
          </p:sp>
          <p:sp>
            <p:nvSpPr>
              <p:cNvPr id="10" name="梯形 4"/>
              <p:cNvSpPr/>
              <p:nvPr/>
            </p:nvSpPr>
            <p:spPr>
              <a:xfrm rot="772283">
                <a:off x="2695492" y="4709884"/>
                <a:ext cx="2671500" cy="762373"/>
              </a:xfrm>
              <a:custGeom>
                <a:avLst/>
                <a:gdLst>
                  <a:gd name="connsiteX0" fmla="*/ 0 w 2700000"/>
                  <a:gd name="connsiteY0" fmla="*/ 648072 h 648072"/>
                  <a:gd name="connsiteX1" fmla="*/ 162018 w 2700000"/>
                  <a:gd name="connsiteY1" fmla="*/ 0 h 648072"/>
                  <a:gd name="connsiteX2" fmla="*/ 2537982 w 2700000"/>
                  <a:gd name="connsiteY2" fmla="*/ 0 h 648072"/>
                  <a:gd name="connsiteX3" fmla="*/ 2700000 w 2700000"/>
                  <a:gd name="connsiteY3" fmla="*/ 648072 h 648072"/>
                  <a:gd name="connsiteX4" fmla="*/ 0 w 2700000"/>
                  <a:gd name="connsiteY4" fmla="*/ 648072 h 648072"/>
                  <a:gd name="connsiteX0" fmla="*/ 0 w 2700000"/>
                  <a:gd name="connsiteY0" fmla="*/ 648072 h 648072"/>
                  <a:gd name="connsiteX1" fmla="*/ 47718 w 2700000"/>
                  <a:gd name="connsiteY1" fmla="*/ 330200 h 648072"/>
                  <a:gd name="connsiteX2" fmla="*/ 2537982 w 2700000"/>
                  <a:gd name="connsiteY2" fmla="*/ 0 h 648072"/>
                  <a:gd name="connsiteX3" fmla="*/ 2700000 w 2700000"/>
                  <a:gd name="connsiteY3" fmla="*/ 648072 h 648072"/>
                  <a:gd name="connsiteX4" fmla="*/ 0 w 2700000"/>
                  <a:gd name="connsiteY4" fmla="*/ 648072 h 648072"/>
                  <a:gd name="connsiteX0" fmla="*/ 0 w 2700000"/>
                  <a:gd name="connsiteY0" fmla="*/ 724272 h 724272"/>
                  <a:gd name="connsiteX1" fmla="*/ 47718 w 2700000"/>
                  <a:gd name="connsiteY1" fmla="*/ 406400 h 724272"/>
                  <a:gd name="connsiteX2" fmla="*/ 2042682 w 2700000"/>
                  <a:gd name="connsiteY2" fmla="*/ 0 h 724272"/>
                  <a:gd name="connsiteX3" fmla="*/ 2700000 w 2700000"/>
                  <a:gd name="connsiteY3" fmla="*/ 724272 h 724272"/>
                  <a:gd name="connsiteX4" fmla="*/ 0 w 2700000"/>
                  <a:gd name="connsiteY4" fmla="*/ 724272 h 724272"/>
                  <a:gd name="connsiteX0" fmla="*/ 0 w 2585700"/>
                  <a:gd name="connsiteY0" fmla="*/ 724272 h 724272"/>
                  <a:gd name="connsiteX1" fmla="*/ 47718 w 2585700"/>
                  <a:gd name="connsiteY1" fmla="*/ 406400 h 724272"/>
                  <a:gd name="connsiteX2" fmla="*/ 2042682 w 2585700"/>
                  <a:gd name="connsiteY2" fmla="*/ 0 h 724272"/>
                  <a:gd name="connsiteX3" fmla="*/ 2585700 w 2585700"/>
                  <a:gd name="connsiteY3" fmla="*/ 584572 h 724272"/>
                  <a:gd name="connsiteX4" fmla="*/ 0 w 2585700"/>
                  <a:gd name="connsiteY4" fmla="*/ 724272 h 724272"/>
                  <a:gd name="connsiteX0" fmla="*/ 0 w 2623800"/>
                  <a:gd name="connsiteY0" fmla="*/ 724272 h 724272"/>
                  <a:gd name="connsiteX1" fmla="*/ 47718 w 2623800"/>
                  <a:gd name="connsiteY1" fmla="*/ 406400 h 724272"/>
                  <a:gd name="connsiteX2" fmla="*/ 2042682 w 2623800"/>
                  <a:gd name="connsiteY2" fmla="*/ 0 h 724272"/>
                  <a:gd name="connsiteX3" fmla="*/ 2623800 w 2623800"/>
                  <a:gd name="connsiteY3" fmla="*/ 622672 h 724272"/>
                  <a:gd name="connsiteX4" fmla="*/ 0 w 2623800"/>
                  <a:gd name="connsiteY4" fmla="*/ 724272 h 724272"/>
                  <a:gd name="connsiteX0" fmla="*/ 0 w 2623800"/>
                  <a:gd name="connsiteY0" fmla="*/ 724272 h 724272"/>
                  <a:gd name="connsiteX1" fmla="*/ 47718 w 2623800"/>
                  <a:gd name="connsiteY1" fmla="*/ 469900 h 724272"/>
                  <a:gd name="connsiteX2" fmla="*/ 2042682 w 2623800"/>
                  <a:gd name="connsiteY2" fmla="*/ 0 h 724272"/>
                  <a:gd name="connsiteX3" fmla="*/ 2623800 w 2623800"/>
                  <a:gd name="connsiteY3" fmla="*/ 622672 h 724272"/>
                  <a:gd name="connsiteX4" fmla="*/ 0 w 2623800"/>
                  <a:gd name="connsiteY4" fmla="*/ 724272 h 724272"/>
                  <a:gd name="connsiteX0" fmla="*/ 268877 w 2892677"/>
                  <a:gd name="connsiteY0" fmla="*/ 725509 h 725509"/>
                  <a:gd name="connsiteX1" fmla="*/ 316595 w 2892677"/>
                  <a:gd name="connsiteY1" fmla="*/ 471137 h 725509"/>
                  <a:gd name="connsiteX2" fmla="*/ 2311559 w 2892677"/>
                  <a:gd name="connsiteY2" fmla="*/ 1237 h 725509"/>
                  <a:gd name="connsiteX3" fmla="*/ 2892677 w 2892677"/>
                  <a:gd name="connsiteY3" fmla="*/ 623909 h 725509"/>
                  <a:gd name="connsiteX4" fmla="*/ 268877 w 2892677"/>
                  <a:gd name="connsiteY4" fmla="*/ 725509 h 725509"/>
                  <a:gd name="connsiteX0" fmla="*/ 186517 w 2810317"/>
                  <a:gd name="connsiteY0" fmla="*/ 725284 h 725284"/>
                  <a:gd name="connsiteX1" fmla="*/ 234235 w 2810317"/>
                  <a:gd name="connsiteY1" fmla="*/ 470912 h 725284"/>
                  <a:gd name="connsiteX2" fmla="*/ 2229199 w 2810317"/>
                  <a:gd name="connsiteY2" fmla="*/ 1012 h 725284"/>
                  <a:gd name="connsiteX3" fmla="*/ 2810317 w 2810317"/>
                  <a:gd name="connsiteY3" fmla="*/ 623684 h 725284"/>
                  <a:gd name="connsiteX4" fmla="*/ 186517 w 2810317"/>
                  <a:gd name="connsiteY4" fmla="*/ 725284 h 725284"/>
                  <a:gd name="connsiteX0" fmla="*/ 226692 w 2850492"/>
                  <a:gd name="connsiteY0" fmla="*/ 725509 h 725509"/>
                  <a:gd name="connsiteX1" fmla="*/ 274410 w 2850492"/>
                  <a:gd name="connsiteY1" fmla="*/ 471137 h 725509"/>
                  <a:gd name="connsiteX2" fmla="*/ 2269374 w 2850492"/>
                  <a:gd name="connsiteY2" fmla="*/ 1237 h 725509"/>
                  <a:gd name="connsiteX3" fmla="*/ 2850492 w 2850492"/>
                  <a:gd name="connsiteY3" fmla="*/ 623909 h 725509"/>
                  <a:gd name="connsiteX4" fmla="*/ 226692 w 2850492"/>
                  <a:gd name="connsiteY4" fmla="*/ 725509 h 725509"/>
                  <a:gd name="connsiteX0" fmla="*/ 88614 w 2712414"/>
                  <a:gd name="connsiteY0" fmla="*/ 725509 h 725509"/>
                  <a:gd name="connsiteX1" fmla="*/ 136332 w 2712414"/>
                  <a:gd name="connsiteY1" fmla="*/ 471137 h 725509"/>
                  <a:gd name="connsiteX2" fmla="*/ 2131296 w 2712414"/>
                  <a:gd name="connsiteY2" fmla="*/ 1237 h 725509"/>
                  <a:gd name="connsiteX3" fmla="*/ 2712414 w 2712414"/>
                  <a:gd name="connsiteY3" fmla="*/ 623909 h 725509"/>
                  <a:gd name="connsiteX4" fmla="*/ 88614 w 2712414"/>
                  <a:gd name="connsiteY4" fmla="*/ 725509 h 725509"/>
                  <a:gd name="connsiteX0" fmla="*/ 88614 w 2712414"/>
                  <a:gd name="connsiteY0" fmla="*/ 770169 h 770169"/>
                  <a:gd name="connsiteX1" fmla="*/ 136332 w 2712414"/>
                  <a:gd name="connsiteY1" fmla="*/ 515797 h 770169"/>
                  <a:gd name="connsiteX2" fmla="*/ 2131296 w 2712414"/>
                  <a:gd name="connsiteY2" fmla="*/ 45897 h 770169"/>
                  <a:gd name="connsiteX3" fmla="*/ 2712414 w 2712414"/>
                  <a:gd name="connsiteY3" fmla="*/ 668569 h 770169"/>
                  <a:gd name="connsiteX4" fmla="*/ 88614 w 2712414"/>
                  <a:gd name="connsiteY4" fmla="*/ 770169 h 770169"/>
                  <a:gd name="connsiteX0" fmla="*/ 125767 w 2749567"/>
                  <a:gd name="connsiteY0" fmla="*/ 746188 h 746188"/>
                  <a:gd name="connsiteX1" fmla="*/ 173485 w 2749567"/>
                  <a:gd name="connsiteY1" fmla="*/ 491816 h 746188"/>
                  <a:gd name="connsiteX2" fmla="*/ 1889049 w 2749567"/>
                  <a:gd name="connsiteY2" fmla="*/ 47316 h 746188"/>
                  <a:gd name="connsiteX3" fmla="*/ 2749567 w 2749567"/>
                  <a:gd name="connsiteY3" fmla="*/ 644588 h 746188"/>
                  <a:gd name="connsiteX4" fmla="*/ 125767 w 2749567"/>
                  <a:gd name="connsiteY4" fmla="*/ 746188 h 746188"/>
                  <a:gd name="connsiteX0" fmla="*/ 125767 w 2749567"/>
                  <a:gd name="connsiteY0" fmla="*/ 823690 h 823690"/>
                  <a:gd name="connsiteX1" fmla="*/ 173485 w 2749567"/>
                  <a:gd name="connsiteY1" fmla="*/ 569318 h 823690"/>
                  <a:gd name="connsiteX2" fmla="*/ 1889049 w 2749567"/>
                  <a:gd name="connsiteY2" fmla="*/ 124818 h 823690"/>
                  <a:gd name="connsiteX3" fmla="*/ 2749567 w 2749567"/>
                  <a:gd name="connsiteY3" fmla="*/ 722090 h 823690"/>
                  <a:gd name="connsiteX4" fmla="*/ 125767 w 2749567"/>
                  <a:gd name="connsiteY4" fmla="*/ 823690 h 823690"/>
                  <a:gd name="connsiteX0" fmla="*/ 125767 w 2749567"/>
                  <a:gd name="connsiteY0" fmla="*/ 743344 h 743344"/>
                  <a:gd name="connsiteX1" fmla="*/ 173485 w 2749567"/>
                  <a:gd name="connsiteY1" fmla="*/ 488972 h 743344"/>
                  <a:gd name="connsiteX2" fmla="*/ 1889049 w 2749567"/>
                  <a:gd name="connsiteY2" fmla="*/ 44472 h 743344"/>
                  <a:gd name="connsiteX3" fmla="*/ 2749567 w 2749567"/>
                  <a:gd name="connsiteY3" fmla="*/ 641744 h 743344"/>
                  <a:gd name="connsiteX4" fmla="*/ 125767 w 2749567"/>
                  <a:gd name="connsiteY4" fmla="*/ 743344 h 743344"/>
                  <a:gd name="connsiteX0" fmla="*/ 125767 w 2774967"/>
                  <a:gd name="connsiteY0" fmla="*/ 699221 h 699221"/>
                  <a:gd name="connsiteX1" fmla="*/ 173485 w 2774967"/>
                  <a:gd name="connsiteY1" fmla="*/ 444849 h 699221"/>
                  <a:gd name="connsiteX2" fmla="*/ 1889049 w 2774967"/>
                  <a:gd name="connsiteY2" fmla="*/ 349 h 699221"/>
                  <a:gd name="connsiteX3" fmla="*/ 2774967 w 2774967"/>
                  <a:gd name="connsiteY3" fmla="*/ 521421 h 699221"/>
                  <a:gd name="connsiteX4" fmla="*/ 125767 w 2774967"/>
                  <a:gd name="connsiteY4" fmla="*/ 699221 h 699221"/>
                  <a:gd name="connsiteX0" fmla="*/ 125767 w 2774967"/>
                  <a:gd name="connsiteY0" fmla="*/ 699221 h 699221"/>
                  <a:gd name="connsiteX1" fmla="*/ 173485 w 2774967"/>
                  <a:gd name="connsiteY1" fmla="*/ 444849 h 699221"/>
                  <a:gd name="connsiteX2" fmla="*/ 1889049 w 2774967"/>
                  <a:gd name="connsiteY2" fmla="*/ 349 h 699221"/>
                  <a:gd name="connsiteX3" fmla="*/ 2774967 w 2774967"/>
                  <a:gd name="connsiteY3" fmla="*/ 521421 h 699221"/>
                  <a:gd name="connsiteX4" fmla="*/ 125767 w 2774967"/>
                  <a:gd name="connsiteY4" fmla="*/ 699221 h 699221"/>
                  <a:gd name="connsiteX0" fmla="*/ 125767 w 2736867"/>
                  <a:gd name="connsiteY0" fmla="*/ 699630 h 699630"/>
                  <a:gd name="connsiteX1" fmla="*/ 173485 w 2736867"/>
                  <a:gd name="connsiteY1" fmla="*/ 445258 h 699630"/>
                  <a:gd name="connsiteX2" fmla="*/ 1889049 w 2736867"/>
                  <a:gd name="connsiteY2" fmla="*/ 758 h 699630"/>
                  <a:gd name="connsiteX3" fmla="*/ 2736867 w 2736867"/>
                  <a:gd name="connsiteY3" fmla="*/ 559930 h 699630"/>
                  <a:gd name="connsiteX4" fmla="*/ 125767 w 2736867"/>
                  <a:gd name="connsiteY4" fmla="*/ 699630 h 699630"/>
                  <a:gd name="connsiteX0" fmla="*/ 146546 w 2719546"/>
                  <a:gd name="connsiteY0" fmla="*/ 699630 h 699630"/>
                  <a:gd name="connsiteX1" fmla="*/ 156164 w 2719546"/>
                  <a:gd name="connsiteY1" fmla="*/ 445258 h 699630"/>
                  <a:gd name="connsiteX2" fmla="*/ 1871728 w 2719546"/>
                  <a:gd name="connsiteY2" fmla="*/ 758 h 699630"/>
                  <a:gd name="connsiteX3" fmla="*/ 2719546 w 2719546"/>
                  <a:gd name="connsiteY3" fmla="*/ 559930 h 699630"/>
                  <a:gd name="connsiteX4" fmla="*/ 146546 w 2719546"/>
                  <a:gd name="connsiteY4" fmla="*/ 699630 h 699630"/>
                  <a:gd name="connsiteX0" fmla="*/ 146546 w 2719546"/>
                  <a:gd name="connsiteY0" fmla="*/ 699630 h 699630"/>
                  <a:gd name="connsiteX1" fmla="*/ 156164 w 2719546"/>
                  <a:gd name="connsiteY1" fmla="*/ 445258 h 699630"/>
                  <a:gd name="connsiteX2" fmla="*/ 1871728 w 2719546"/>
                  <a:gd name="connsiteY2" fmla="*/ 758 h 699630"/>
                  <a:gd name="connsiteX3" fmla="*/ 2719546 w 2719546"/>
                  <a:gd name="connsiteY3" fmla="*/ 559930 h 699630"/>
                  <a:gd name="connsiteX4" fmla="*/ 146546 w 2719546"/>
                  <a:gd name="connsiteY4" fmla="*/ 699630 h 699630"/>
                  <a:gd name="connsiteX0" fmla="*/ 294116 w 2651216"/>
                  <a:gd name="connsiteY0" fmla="*/ 737744 h 737744"/>
                  <a:gd name="connsiteX1" fmla="*/ 87834 w 2651216"/>
                  <a:gd name="connsiteY1" fmla="*/ 445272 h 737744"/>
                  <a:gd name="connsiteX2" fmla="*/ 1803398 w 2651216"/>
                  <a:gd name="connsiteY2" fmla="*/ 772 h 737744"/>
                  <a:gd name="connsiteX3" fmla="*/ 2651216 w 2651216"/>
                  <a:gd name="connsiteY3" fmla="*/ 559944 h 737744"/>
                  <a:gd name="connsiteX4" fmla="*/ 294116 w 2651216"/>
                  <a:gd name="connsiteY4" fmla="*/ 737744 h 737744"/>
                  <a:gd name="connsiteX0" fmla="*/ 294116 w 2651216"/>
                  <a:gd name="connsiteY0" fmla="*/ 737744 h 737744"/>
                  <a:gd name="connsiteX1" fmla="*/ 87834 w 2651216"/>
                  <a:gd name="connsiteY1" fmla="*/ 445272 h 737744"/>
                  <a:gd name="connsiteX2" fmla="*/ 1803398 w 2651216"/>
                  <a:gd name="connsiteY2" fmla="*/ 772 h 737744"/>
                  <a:gd name="connsiteX3" fmla="*/ 2651216 w 2651216"/>
                  <a:gd name="connsiteY3" fmla="*/ 559944 h 737744"/>
                  <a:gd name="connsiteX4" fmla="*/ 294116 w 2651216"/>
                  <a:gd name="connsiteY4" fmla="*/ 737744 h 737744"/>
                  <a:gd name="connsiteX0" fmla="*/ 304859 w 2661959"/>
                  <a:gd name="connsiteY0" fmla="*/ 736973 h 736973"/>
                  <a:gd name="connsiteX1" fmla="*/ 85877 w 2661959"/>
                  <a:gd name="connsiteY1" fmla="*/ 558801 h 736973"/>
                  <a:gd name="connsiteX2" fmla="*/ 1814141 w 2661959"/>
                  <a:gd name="connsiteY2" fmla="*/ 1 h 736973"/>
                  <a:gd name="connsiteX3" fmla="*/ 2661959 w 2661959"/>
                  <a:gd name="connsiteY3" fmla="*/ 559173 h 736973"/>
                  <a:gd name="connsiteX4" fmla="*/ 304859 w 2661959"/>
                  <a:gd name="connsiteY4" fmla="*/ 736973 h 736973"/>
                  <a:gd name="connsiteX0" fmla="*/ 202918 w 2699718"/>
                  <a:gd name="connsiteY0" fmla="*/ 762373 h 762373"/>
                  <a:gd name="connsiteX1" fmla="*/ 123636 w 2699718"/>
                  <a:gd name="connsiteY1" fmla="*/ 558801 h 762373"/>
                  <a:gd name="connsiteX2" fmla="*/ 1851900 w 2699718"/>
                  <a:gd name="connsiteY2" fmla="*/ 1 h 762373"/>
                  <a:gd name="connsiteX3" fmla="*/ 2699718 w 2699718"/>
                  <a:gd name="connsiteY3" fmla="*/ 559173 h 762373"/>
                  <a:gd name="connsiteX4" fmla="*/ 202918 w 2699718"/>
                  <a:gd name="connsiteY4" fmla="*/ 762373 h 762373"/>
                  <a:gd name="connsiteX0" fmla="*/ 174700 w 2671500"/>
                  <a:gd name="connsiteY0" fmla="*/ 762373 h 762373"/>
                  <a:gd name="connsiteX1" fmla="*/ 95418 w 2671500"/>
                  <a:gd name="connsiteY1" fmla="*/ 558801 h 762373"/>
                  <a:gd name="connsiteX2" fmla="*/ 1823682 w 2671500"/>
                  <a:gd name="connsiteY2" fmla="*/ 1 h 762373"/>
                  <a:gd name="connsiteX3" fmla="*/ 2671500 w 2671500"/>
                  <a:gd name="connsiteY3" fmla="*/ 559173 h 762373"/>
                  <a:gd name="connsiteX4" fmla="*/ 174700 w 2671500"/>
                  <a:gd name="connsiteY4" fmla="*/ 762373 h 7623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71500" h="762373">
                    <a:moveTo>
                      <a:pt x="174700" y="762373"/>
                    </a:moveTo>
                    <a:cubicBezTo>
                      <a:pt x="75553" y="736911"/>
                      <a:pt x="-115912" y="647763"/>
                      <a:pt x="95418" y="558801"/>
                    </a:cubicBezTo>
                    <a:cubicBezTo>
                      <a:pt x="306748" y="469839"/>
                      <a:pt x="1394335" y="-61"/>
                      <a:pt x="1823682" y="1"/>
                    </a:cubicBezTo>
                    <a:cubicBezTo>
                      <a:pt x="2253029" y="63"/>
                      <a:pt x="2384661" y="360082"/>
                      <a:pt x="2671500" y="559173"/>
                    </a:cubicBezTo>
                    <a:cubicBezTo>
                      <a:pt x="2017033" y="567640"/>
                      <a:pt x="1159367" y="576106"/>
                      <a:pt x="174700" y="762373"/>
                    </a:cubicBezTo>
                    <a:close/>
                  </a:path>
                </a:pathLst>
              </a:custGeom>
              <a:gradFill flip="none" rotWithShape="1">
                <a:gsLst>
                  <a:gs pos="89000">
                    <a:srgbClr val="9A9A9A"/>
                  </a:gs>
                  <a:gs pos="50000">
                    <a:srgbClr val="A1A1A1"/>
                  </a:gs>
                  <a:gs pos="59000">
                    <a:srgbClr val="9D9D9D"/>
                  </a:gs>
                  <a:gs pos="30000">
                    <a:srgbClr val="6D6D6D"/>
                  </a:gs>
                  <a:gs pos="67000">
                    <a:sysClr val="window" lastClr="FFFFFF">
                      <a:lumMod val="85000"/>
                    </a:sysClr>
                  </a:gs>
                  <a:gs pos="39000">
                    <a:sysClr val="window" lastClr="FFFFFF">
                      <a:lumMod val="85000"/>
                    </a:sysClr>
                  </a:gs>
                  <a:gs pos="27000">
                    <a:sysClr val="window" lastClr="FFFFFF">
                      <a:lumMod val="65000"/>
                      <a:shade val="67500"/>
                      <a:satMod val="115000"/>
                    </a:sysClr>
                  </a:gs>
                  <a:gs pos="100000">
                    <a:sysClr val="window" lastClr="FFFFFF">
                      <a:lumMod val="65000"/>
                      <a:shade val="100000"/>
                      <a:satMod val="115000"/>
                    </a:sysClr>
                  </a:gs>
                </a:gsLst>
                <a:lin ang="4800000" scaled="0"/>
                <a:tileRect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宋体"/>
                  <a:cs typeface="+mn-cs"/>
                </a:endParaRPr>
              </a:p>
            </p:txBody>
          </p:sp>
          <p:grpSp>
            <p:nvGrpSpPr>
              <p:cNvPr id="11" name="组合 10"/>
              <p:cNvGrpSpPr/>
              <p:nvPr/>
            </p:nvGrpSpPr>
            <p:grpSpPr>
              <a:xfrm>
                <a:off x="3110473" y="2204865"/>
                <a:ext cx="165383" cy="206896"/>
                <a:chOff x="2987824" y="2204864"/>
                <a:chExt cx="288032" cy="360330"/>
              </a:xfrm>
            </p:grpSpPr>
            <p:sp>
              <p:nvSpPr>
                <p:cNvPr id="34" name="椭圆 33"/>
                <p:cNvSpPr/>
                <p:nvPr/>
              </p:nvSpPr>
              <p:spPr>
                <a:xfrm>
                  <a:off x="2987824" y="2204864"/>
                  <a:ext cx="288032" cy="288032"/>
                </a:xfrm>
                <a:prstGeom prst="ellipse">
                  <a:avLst/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宋体"/>
                    <a:cs typeface="+mn-cs"/>
                  </a:endParaRPr>
                </a:p>
              </p:txBody>
            </p:sp>
            <p:sp>
              <p:nvSpPr>
                <p:cNvPr id="35" name="椭圆 34"/>
                <p:cNvSpPr/>
                <p:nvPr/>
              </p:nvSpPr>
              <p:spPr>
                <a:xfrm>
                  <a:off x="2987824" y="2277163"/>
                  <a:ext cx="288032" cy="288031"/>
                </a:xfrm>
                <a:prstGeom prst="ellipse">
                  <a:avLst/>
                </a:prstGeom>
                <a:solidFill>
                  <a:sysClr val="windowText" lastClr="000000">
                    <a:lumMod val="85000"/>
                    <a:lumOff val="15000"/>
                  </a:sysClr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宋体"/>
                    <a:cs typeface="+mn-cs"/>
                  </a:endParaRPr>
                </a:p>
              </p:txBody>
            </p:sp>
          </p:grpSp>
          <p:grpSp>
            <p:nvGrpSpPr>
              <p:cNvPr id="12" name="组合 11"/>
              <p:cNvGrpSpPr/>
              <p:nvPr/>
            </p:nvGrpSpPr>
            <p:grpSpPr>
              <a:xfrm>
                <a:off x="3491880" y="2204865"/>
                <a:ext cx="165383" cy="206896"/>
                <a:chOff x="2987824" y="2204864"/>
                <a:chExt cx="288032" cy="360330"/>
              </a:xfrm>
            </p:grpSpPr>
            <p:sp>
              <p:nvSpPr>
                <p:cNvPr id="32" name="椭圆 31"/>
                <p:cNvSpPr/>
                <p:nvPr/>
              </p:nvSpPr>
              <p:spPr>
                <a:xfrm>
                  <a:off x="2987824" y="2204864"/>
                  <a:ext cx="288032" cy="288032"/>
                </a:xfrm>
                <a:prstGeom prst="ellipse">
                  <a:avLst/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宋体"/>
                    <a:cs typeface="+mn-cs"/>
                  </a:endParaRPr>
                </a:p>
              </p:txBody>
            </p:sp>
            <p:sp>
              <p:nvSpPr>
                <p:cNvPr id="33" name="椭圆 32"/>
                <p:cNvSpPr/>
                <p:nvPr/>
              </p:nvSpPr>
              <p:spPr>
                <a:xfrm>
                  <a:off x="2987824" y="2277163"/>
                  <a:ext cx="288032" cy="288031"/>
                </a:xfrm>
                <a:prstGeom prst="ellipse">
                  <a:avLst/>
                </a:prstGeom>
                <a:solidFill>
                  <a:sysClr val="windowText" lastClr="000000">
                    <a:lumMod val="85000"/>
                    <a:lumOff val="15000"/>
                  </a:sysClr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宋体"/>
                    <a:cs typeface="+mn-cs"/>
                  </a:endParaRPr>
                </a:p>
              </p:txBody>
            </p:sp>
          </p:grpSp>
          <p:grpSp>
            <p:nvGrpSpPr>
              <p:cNvPr id="13" name="组合 12"/>
              <p:cNvGrpSpPr/>
              <p:nvPr/>
            </p:nvGrpSpPr>
            <p:grpSpPr>
              <a:xfrm>
                <a:off x="3873287" y="2204865"/>
                <a:ext cx="165383" cy="206896"/>
                <a:chOff x="2987824" y="2204864"/>
                <a:chExt cx="288032" cy="360330"/>
              </a:xfrm>
            </p:grpSpPr>
            <p:sp>
              <p:nvSpPr>
                <p:cNvPr id="29" name="椭圆 28"/>
                <p:cNvSpPr/>
                <p:nvPr/>
              </p:nvSpPr>
              <p:spPr>
                <a:xfrm>
                  <a:off x="2987824" y="2204864"/>
                  <a:ext cx="288032" cy="288032"/>
                </a:xfrm>
                <a:prstGeom prst="ellipse">
                  <a:avLst/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宋体"/>
                    <a:cs typeface="+mn-cs"/>
                  </a:endParaRPr>
                </a:p>
              </p:txBody>
            </p:sp>
            <p:sp>
              <p:nvSpPr>
                <p:cNvPr id="30" name="椭圆 29"/>
                <p:cNvSpPr/>
                <p:nvPr/>
              </p:nvSpPr>
              <p:spPr>
                <a:xfrm>
                  <a:off x="2987824" y="2277163"/>
                  <a:ext cx="288032" cy="288031"/>
                </a:xfrm>
                <a:prstGeom prst="ellipse">
                  <a:avLst/>
                </a:prstGeom>
                <a:solidFill>
                  <a:sysClr val="windowText" lastClr="000000">
                    <a:lumMod val="85000"/>
                    <a:lumOff val="15000"/>
                  </a:sysClr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宋体"/>
                    <a:cs typeface="+mn-cs"/>
                  </a:endParaRPr>
                </a:p>
              </p:txBody>
            </p:sp>
          </p:grpSp>
          <p:grpSp>
            <p:nvGrpSpPr>
              <p:cNvPr id="14" name="组合 13"/>
              <p:cNvGrpSpPr/>
              <p:nvPr/>
            </p:nvGrpSpPr>
            <p:grpSpPr>
              <a:xfrm>
                <a:off x="4254694" y="2204865"/>
                <a:ext cx="165383" cy="206896"/>
                <a:chOff x="2987824" y="2204864"/>
                <a:chExt cx="288032" cy="360330"/>
              </a:xfrm>
            </p:grpSpPr>
            <p:sp>
              <p:nvSpPr>
                <p:cNvPr id="27" name="椭圆 26"/>
                <p:cNvSpPr/>
                <p:nvPr/>
              </p:nvSpPr>
              <p:spPr>
                <a:xfrm>
                  <a:off x="2987824" y="2204864"/>
                  <a:ext cx="288032" cy="288032"/>
                </a:xfrm>
                <a:prstGeom prst="ellipse">
                  <a:avLst/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宋体"/>
                    <a:cs typeface="+mn-cs"/>
                  </a:endParaRPr>
                </a:p>
              </p:txBody>
            </p:sp>
            <p:sp>
              <p:nvSpPr>
                <p:cNvPr id="28" name="椭圆 27"/>
                <p:cNvSpPr/>
                <p:nvPr/>
              </p:nvSpPr>
              <p:spPr>
                <a:xfrm>
                  <a:off x="2987824" y="2277163"/>
                  <a:ext cx="288032" cy="288031"/>
                </a:xfrm>
                <a:prstGeom prst="ellipse">
                  <a:avLst/>
                </a:prstGeom>
                <a:solidFill>
                  <a:sysClr val="windowText" lastClr="000000">
                    <a:lumMod val="85000"/>
                    <a:lumOff val="15000"/>
                  </a:sysClr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宋体"/>
                    <a:cs typeface="+mn-cs"/>
                  </a:endParaRPr>
                </a:p>
              </p:txBody>
            </p:sp>
          </p:grpSp>
          <p:grpSp>
            <p:nvGrpSpPr>
              <p:cNvPr id="15" name="组合 14"/>
              <p:cNvGrpSpPr/>
              <p:nvPr/>
            </p:nvGrpSpPr>
            <p:grpSpPr>
              <a:xfrm>
                <a:off x="4636101" y="2204865"/>
                <a:ext cx="165383" cy="206896"/>
                <a:chOff x="2987824" y="2204864"/>
                <a:chExt cx="288032" cy="360330"/>
              </a:xfrm>
            </p:grpSpPr>
            <p:sp>
              <p:nvSpPr>
                <p:cNvPr id="25" name="椭圆 24"/>
                <p:cNvSpPr/>
                <p:nvPr/>
              </p:nvSpPr>
              <p:spPr>
                <a:xfrm>
                  <a:off x="2987824" y="2204864"/>
                  <a:ext cx="288032" cy="288032"/>
                </a:xfrm>
                <a:prstGeom prst="ellipse">
                  <a:avLst/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宋体"/>
                    <a:cs typeface="+mn-cs"/>
                  </a:endParaRPr>
                </a:p>
              </p:txBody>
            </p:sp>
            <p:sp>
              <p:nvSpPr>
                <p:cNvPr id="26" name="椭圆 25"/>
                <p:cNvSpPr/>
                <p:nvPr/>
              </p:nvSpPr>
              <p:spPr>
                <a:xfrm>
                  <a:off x="2987824" y="2277163"/>
                  <a:ext cx="288032" cy="288031"/>
                </a:xfrm>
                <a:prstGeom prst="ellipse">
                  <a:avLst/>
                </a:prstGeom>
                <a:solidFill>
                  <a:sysClr val="windowText" lastClr="000000">
                    <a:lumMod val="85000"/>
                    <a:lumOff val="15000"/>
                  </a:sysClr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宋体"/>
                    <a:cs typeface="+mn-cs"/>
                  </a:endParaRPr>
                </a:p>
              </p:txBody>
            </p:sp>
          </p:grpSp>
          <p:grpSp>
            <p:nvGrpSpPr>
              <p:cNvPr id="16" name="组合 15"/>
              <p:cNvGrpSpPr/>
              <p:nvPr/>
            </p:nvGrpSpPr>
            <p:grpSpPr>
              <a:xfrm>
                <a:off x="5017508" y="2204865"/>
                <a:ext cx="165383" cy="206896"/>
                <a:chOff x="2987824" y="2204864"/>
                <a:chExt cx="288032" cy="360330"/>
              </a:xfrm>
            </p:grpSpPr>
            <p:sp>
              <p:nvSpPr>
                <p:cNvPr id="23" name="椭圆 22"/>
                <p:cNvSpPr/>
                <p:nvPr/>
              </p:nvSpPr>
              <p:spPr>
                <a:xfrm>
                  <a:off x="2987824" y="2204864"/>
                  <a:ext cx="288032" cy="288032"/>
                </a:xfrm>
                <a:prstGeom prst="ellipse">
                  <a:avLst/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宋体"/>
                    <a:cs typeface="+mn-cs"/>
                  </a:endParaRPr>
                </a:p>
              </p:txBody>
            </p:sp>
            <p:sp>
              <p:nvSpPr>
                <p:cNvPr id="24" name="椭圆 23"/>
                <p:cNvSpPr/>
                <p:nvPr/>
              </p:nvSpPr>
              <p:spPr>
                <a:xfrm>
                  <a:off x="2987824" y="2277163"/>
                  <a:ext cx="288032" cy="288031"/>
                </a:xfrm>
                <a:prstGeom prst="ellipse">
                  <a:avLst/>
                </a:prstGeom>
                <a:solidFill>
                  <a:sysClr val="windowText" lastClr="000000">
                    <a:lumMod val="85000"/>
                    <a:lumOff val="15000"/>
                  </a:sysClr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宋体"/>
                    <a:cs typeface="+mn-cs"/>
                  </a:endParaRPr>
                </a:p>
              </p:txBody>
            </p:sp>
          </p:grpSp>
          <p:sp>
            <p:nvSpPr>
              <p:cNvPr id="17" name="空心弧 16"/>
              <p:cNvSpPr/>
              <p:nvPr/>
            </p:nvSpPr>
            <p:spPr>
              <a:xfrm>
                <a:off x="4817784" y="1587861"/>
                <a:ext cx="456501" cy="798500"/>
              </a:xfrm>
              <a:prstGeom prst="blockArc">
                <a:avLst>
                  <a:gd name="adj1" fmla="val 10800000"/>
                  <a:gd name="adj2" fmla="val 4446489"/>
                  <a:gd name="adj3" fmla="val 10348"/>
                </a:avLst>
              </a:prstGeom>
              <a:solidFill>
                <a:sysClr val="windowText" lastClr="000000">
                  <a:lumMod val="95000"/>
                  <a:lumOff val="5000"/>
                </a:sysClr>
              </a:solidFill>
              <a:ln w="25400" cap="flat" cmpd="sng" algn="ctr">
                <a:noFill/>
                <a:prstDash val="solid"/>
              </a:ln>
              <a:effectLst>
                <a:outerShdw blurRad="149987" dist="250190" dir="8460000" algn="ctr">
                  <a:srgbClr val="000000">
                    <a:alpha val="28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contrasting" dir="t">
                  <a:rot lat="0" lon="0" rev="1500000"/>
                </a:lightRig>
              </a:scene3d>
              <a:sp3d prstMaterial="metal">
                <a:bevelT w="88900" h="88900"/>
              </a:sp3d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宋体"/>
                  <a:cs typeface="+mn-cs"/>
                </a:endParaRPr>
              </a:p>
            </p:txBody>
          </p:sp>
          <p:sp>
            <p:nvSpPr>
              <p:cNvPr id="18" name="空心弧 17"/>
              <p:cNvSpPr/>
              <p:nvPr/>
            </p:nvSpPr>
            <p:spPr>
              <a:xfrm>
                <a:off x="4411852" y="1590700"/>
                <a:ext cx="456501" cy="798500"/>
              </a:xfrm>
              <a:prstGeom prst="blockArc">
                <a:avLst>
                  <a:gd name="adj1" fmla="val 10800000"/>
                  <a:gd name="adj2" fmla="val 4446489"/>
                  <a:gd name="adj3" fmla="val 10348"/>
                </a:avLst>
              </a:prstGeom>
              <a:solidFill>
                <a:sysClr val="windowText" lastClr="000000">
                  <a:lumMod val="95000"/>
                  <a:lumOff val="5000"/>
                </a:sysClr>
              </a:solidFill>
              <a:ln w="25400" cap="flat" cmpd="sng" algn="ctr">
                <a:noFill/>
                <a:prstDash val="solid"/>
              </a:ln>
              <a:effectLst>
                <a:outerShdw blurRad="149987" dist="250190" dir="8460000" algn="ctr">
                  <a:srgbClr val="000000">
                    <a:alpha val="28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contrasting" dir="t">
                  <a:rot lat="0" lon="0" rev="1500000"/>
                </a:lightRig>
              </a:scene3d>
              <a:sp3d prstMaterial="metal">
                <a:bevelT w="88900" h="88900"/>
              </a:sp3d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宋体"/>
                  <a:cs typeface="+mn-cs"/>
                </a:endParaRPr>
              </a:p>
            </p:txBody>
          </p:sp>
          <p:sp>
            <p:nvSpPr>
              <p:cNvPr id="19" name="空心弧 18"/>
              <p:cNvSpPr/>
              <p:nvPr/>
            </p:nvSpPr>
            <p:spPr>
              <a:xfrm>
                <a:off x="3990372" y="1587861"/>
                <a:ext cx="456501" cy="798500"/>
              </a:xfrm>
              <a:prstGeom prst="blockArc">
                <a:avLst>
                  <a:gd name="adj1" fmla="val 10800000"/>
                  <a:gd name="adj2" fmla="val 4446489"/>
                  <a:gd name="adj3" fmla="val 10348"/>
                </a:avLst>
              </a:prstGeom>
              <a:solidFill>
                <a:sysClr val="windowText" lastClr="000000">
                  <a:lumMod val="95000"/>
                  <a:lumOff val="5000"/>
                </a:sysClr>
              </a:solidFill>
              <a:ln w="25400" cap="flat" cmpd="sng" algn="ctr">
                <a:noFill/>
                <a:prstDash val="solid"/>
              </a:ln>
              <a:effectLst>
                <a:outerShdw blurRad="149987" dist="250190" dir="8460000" algn="ctr">
                  <a:srgbClr val="000000">
                    <a:alpha val="28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contrasting" dir="t">
                  <a:rot lat="0" lon="0" rev="1500000"/>
                </a:lightRig>
              </a:scene3d>
              <a:sp3d prstMaterial="metal">
                <a:bevelT w="88900" h="88900"/>
              </a:sp3d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宋体"/>
                  <a:cs typeface="+mn-cs"/>
                </a:endParaRPr>
              </a:p>
            </p:txBody>
          </p:sp>
          <p:sp>
            <p:nvSpPr>
              <p:cNvPr id="20" name="空心弧 19"/>
              <p:cNvSpPr/>
              <p:nvPr/>
            </p:nvSpPr>
            <p:spPr>
              <a:xfrm>
                <a:off x="3713860" y="1590701"/>
                <a:ext cx="392034" cy="798500"/>
              </a:xfrm>
              <a:prstGeom prst="blockArc">
                <a:avLst>
                  <a:gd name="adj1" fmla="val 10800000"/>
                  <a:gd name="adj2" fmla="val 4446489"/>
                  <a:gd name="adj3" fmla="val 10348"/>
                </a:avLst>
              </a:prstGeom>
              <a:solidFill>
                <a:sysClr val="windowText" lastClr="000000">
                  <a:lumMod val="95000"/>
                  <a:lumOff val="5000"/>
                </a:sysClr>
              </a:solidFill>
              <a:ln w="25400" cap="flat" cmpd="sng" algn="ctr">
                <a:noFill/>
                <a:prstDash val="solid"/>
              </a:ln>
              <a:effectLst>
                <a:outerShdw blurRad="149987" dist="250190" dir="8460000" algn="ctr">
                  <a:srgbClr val="000000">
                    <a:alpha val="28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contrasting" dir="t">
                  <a:rot lat="0" lon="0" rev="1500000"/>
                </a:lightRig>
              </a:scene3d>
              <a:sp3d prstMaterial="metal">
                <a:bevelT w="88900" h="88900"/>
              </a:sp3d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宋体"/>
                  <a:cs typeface="+mn-cs"/>
                </a:endParaRPr>
              </a:p>
            </p:txBody>
          </p:sp>
          <p:sp>
            <p:nvSpPr>
              <p:cNvPr id="21" name="空心弧 20"/>
              <p:cNvSpPr/>
              <p:nvPr/>
            </p:nvSpPr>
            <p:spPr>
              <a:xfrm>
                <a:off x="3309921" y="1587861"/>
                <a:ext cx="456501" cy="798500"/>
              </a:xfrm>
              <a:prstGeom prst="blockArc">
                <a:avLst>
                  <a:gd name="adj1" fmla="val 10800000"/>
                  <a:gd name="adj2" fmla="val 4446489"/>
                  <a:gd name="adj3" fmla="val 10348"/>
                </a:avLst>
              </a:prstGeom>
              <a:solidFill>
                <a:sysClr val="windowText" lastClr="000000">
                  <a:lumMod val="95000"/>
                  <a:lumOff val="5000"/>
                </a:sysClr>
              </a:solidFill>
              <a:ln w="25400" cap="flat" cmpd="sng" algn="ctr">
                <a:noFill/>
                <a:prstDash val="solid"/>
              </a:ln>
              <a:effectLst>
                <a:outerShdw blurRad="149987" dist="250190" dir="8460000" algn="ctr">
                  <a:srgbClr val="000000">
                    <a:alpha val="28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contrasting" dir="t">
                  <a:rot lat="0" lon="0" rev="1500000"/>
                </a:lightRig>
              </a:scene3d>
              <a:sp3d prstMaterial="metal">
                <a:bevelT w="88900" h="88900"/>
              </a:sp3d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宋体"/>
                  <a:cs typeface="+mn-cs"/>
                </a:endParaRPr>
              </a:p>
            </p:txBody>
          </p:sp>
          <p:sp>
            <p:nvSpPr>
              <p:cNvPr id="22" name="空心弧 21"/>
              <p:cNvSpPr/>
              <p:nvPr/>
            </p:nvSpPr>
            <p:spPr>
              <a:xfrm>
                <a:off x="2873524" y="1603400"/>
                <a:ext cx="456501" cy="798500"/>
              </a:xfrm>
              <a:prstGeom prst="blockArc">
                <a:avLst>
                  <a:gd name="adj1" fmla="val 10800000"/>
                  <a:gd name="adj2" fmla="val 4446489"/>
                  <a:gd name="adj3" fmla="val 10348"/>
                </a:avLst>
              </a:prstGeom>
              <a:solidFill>
                <a:sysClr val="windowText" lastClr="000000">
                  <a:lumMod val="95000"/>
                  <a:lumOff val="5000"/>
                </a:sysClr>
              </a:solidFill>
              <a:ln w="25400" cap="flat" cmpd="sng" algn="ctr">
                <a:noFill/>
                <a:prstDash val="solid"/>
              </a:ln>
              <a:effectLst>
                <a:outerShdw blurRad="149987" dist="250190" dir="8460000" algn="ctr">
                  <a:srgbClr val="000000">
                    <a:alpha val="28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contrasting" dir="t">
                  <a:rot lat="0" lon="0" rev="1500000"/>
                </a:lightRig>
              </a:scene3d>
              <a:sp3d prstMaterial="metal">
                <a:bevelT w="88900" h="88900"/>
              </a:sp3d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宋体"/>
                  <a:cs typeface="+mn-cs"/>
                </a:endParaRPr>
              </a:p>
            </p:txBody>
          </p:sp>
        </p:grpSp>
        <p:sp>
          <p:nvSpPr>
            <p:cNvPr id="92" name="TextBox 91"/>
            <p:cNvSpPr txBox="1"/>
            <p:nvPr/>
          </p:nvSpPr>
          <p:spPr>
            <a:xfrm>
              <a:off x="755682" y="2028203"/>
              <a:ext cx="1962902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lvl="0">
                <a:lnSpc>
                  <a:spcPct val="80000"/>
                </a:lnSpc>
                <a:defRPr sz="4400" b="1" kern="0">
                  <a:ln w="18415" cmpd="sng">
                    <a:noFill/>
                    <a:prstDash val="solid"/>
                  </a:ln>
                  <a:solidFill>
                    <a:srgbClr val="FFC000"/>
                  </a:solidFill>
                  <a:latin typeface="Agency FB" pitchFamily="34" charset="0"/>
                  <a:ea typeface="微软雅黑" pitchFamily="34" charset="-122"/>
                </a:defRPr>
              </a:lvl1pPr>
            </a:lstStyle>
            <a:p>
              <a:pPr marL="0" marR="0" lvl="0" indent="0" algn="ctr" defTabSz="91440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lang="en-US" altLang="zh-CN" sz="4000" dirty="0">
                  <a:solidFill>
                    <a:srgbClr val="31859B"/>
                  </a:solidFill>
                  <a:effectLst>
                    <a:outerShdw dist="25400" dir="5400000" algn="t" rotWithShape="0">
                      <a:prstClr val="black">
                        <a:alpha val="17000"/>
                      </a:prstClr>
                    </a:outerShdw>
                  </a:effectLst>
                  <a:latin typeface="Adidas Unity" pitchFamily="2" charset="0"/>
                </a:rPr>
                <a:t>1</a:t>
              </a:r>
              <a:endParaRPr lang="zh-CN" altLang="en-US" sz="4000" dirty="0">
                <a:solidFill>
                  <a:srgbClr val="31859B"/>
                </a:solidFill>
                <a:effectLst>
                  <a:outerShdw dist="25400" dir="5400000" algn="t" rotWithShape="0">
                    <a:prstClr val="black">
                      <a:alpha val="17000"/>
                    </a:prstClr>
                  </a:outerShdw>
                </a:effectLst>
                <a:latin typeface="Adidas Unity" pitchFamily="2" charset="0"/>
              </a:endParaRPr>
            </a:p>
          </p:txBody>
        </p:sp>
        <p:sp>
          <p:nvSpPr>
            <p:cNvPr id="93" name="TextBox 92"/>
            <p:cNvSpPr txBox="1"/>
            <p:nvPr/>
          </p:nvSpPr>
          <p:spPr>
            <a:xfrm>
              <a:off x="827688" y="2376618"/>
              <a:ext cx="2088232" cy="13472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>
                <a:lnSpc>
                  <a:spcPts val="2000"/>
                </a:lnSpc>
              </a:pPr>
              <a:r>
                <a:rPr lang="zh-CN" altLang="en-US" sz="1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掌握面向对象程序设计的基本概念，包括对象、类 、</a:t>
              </a:r>
              <a:r>
                <a:rPr lang="en-US" altLang="zh-CN" sz="1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 </a:t>
              </a:r>
              <a:r>
                <a:rPr lang="zh-CN" altLang="en-US" sz="1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属性、方法（操作）、抽象、</a:t>
              </a:r>
              <a:r>
                <a:rPr lang="en-US" altLang="zh-CN" sz="1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 </a:t>
              </a:r>
              <a:r>
                <a:rPr lang="zh-CN" altLang="en-US" sz="1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封装、继承</a:t>
              </a:r>
              <a:r>
                <a:rPr lang="en-US" altLang="zh-CN" sz="1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/</a:t>
              </a:r>
              <a:r>
                <a:rPr lang="zh-CN" altLang="en-US" sz="1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泛化、多态性、消息和事件。</a:t>
              </a: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3415172" y="1183393"/>
            <a:ext cx="2243815" cy="3165991"/>
            <a:chOff x="3415172" y="1183393"/>
            <a:chExt cx="2243815" cy="3165991"/>
          </a:xfrm>
        </p:grpSpPr>
        <p:grpSp>
          <p:nvGrpSpPr>
            <p:cNvPr id="36" name="组合 35"/>
            <p:cNvGrpSpPr/>
            <p:nvPr/>
          </p:nvGrpSpPr>
          <p:grpSpPr>
            <a:xfrm>
              <a:off x="3415172" y="1183393"/>
              <a:ext cx="2225955" cy="3165991"/>
              <a:chOff x="2695492" y="1587861"/>
              <a:chExt cx="2787212" cy="3964271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37" name="圆角矩形 1"/>
              <p:cNvSpPr/>
              <p:nvPr/>
            </p:nvSpPr>
            <p:spPr>
              <a:xfrm>
                <a:off x="2818408" y="1954933"/>
                <a:ext cx="2664296" cy="3597199"/>
              </a:xfrm>
              <a:custGeom>
                <a:avLst/>
                <a:gdLst/>
                <a:ahLst/>
                <a:cxnLst/>
                <a:rect l="l" t="t" r="r" b="b"/>
                <a:pathLst>
                  <a:path w="2664296" h="3597199">
                    <a:moveTo>
                      <a:pt x="190071" y="0"/>
                    </a:moveTo>
                    <a:lnTo>
                      <a:pt x="2474225" y="0"/>
                    </a:lnTo>
                    <a:cubicBezTo>
                      <a:pt x="2579198" y="0"/>
                      <a:pt x="2664296" y="85098"/>
                      <a:pt x="2664296" y="190071"/>
                    </a:cubicBezTo>
                    <a:lnTo>
                      <a:pt x="2664296" y="3410329"/>
                    </a:lnTo>
                    <a:cubicBezTo>
                      <a:pt x="2664296" y="3504451"/>
                      <a:pt x="2595883" y="3582594"/>
                      <a:pt x="2505979" y="3597199"/>
                    </a:cubicBezTo>
                    <a:lnTo>
                      <a:pt x="0" y="3113222"/>
                    </a:lnTo>
                    <a:lnTo>
                      <a:pt x="0" y="190071"/>
                    </a:lnTo>
                    <a:cubicBezTo>
                      <a:pt x="0" y="85098"/>
                      <a:pt x="85098" y="0"/>
                      <a:pt x="190071" y="0"/>
                    </a:cubicBezTo>
                    <a:close/>
                  </a:path>
                </a:pathLst>
              </a:custGeom>
              <a:solidFill>
                <a:sysClr val="windowText" lastClr="000000">
                  <a:lumMod val="50000"/>
                  <a:lumOff val="50000"/>
                </a:sysClr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宋体"/>
                  <a:cs typeface="+mn-cs"/>
                </a:endParaRPr>
              </a:p>
            </p:txBody>
          </p:sp>
          <p:sp>
            <p:nvSpPr>
              <p:cNvPr id="38" name="圆角矩形 3"/>
              <p:cNvSpPr/>
              <p:nvPr/>
            </p:nvSpPr>
            <p:spPr>
              <a:xfrm>
                <a:off x="2755894" y="1988840"/>
                <a:ext cx="2700000" cy="3559247"/>
              </a:xfrm>
              <a:custGeom>
                <a:avLst/>
                <a:gdLst/>
                <a:ahLst/>
                <a:cxnLst/>
                <a:rect l="l" t="t" r="r" b="b"/>
                <a:pathLst>
                  <a:path w="2700000" h="3559247">
                    <a:moveTo>
                      <a:pt x="192618" y="0"/>
                    </a:moveTo>
                    <a:lnTo>
                      <a:pt x="2507382" y="0"/>
                    </a:lnTo>
                    <a:cubicBezTo>
                      <a:pt x="2613762" y="0"/>
                      <a:pt x="2700000" y="86238"/>
                      <a:pt x="2700000" y="192618"/>
                    </a:cubicBezTo>
                    <a:lnTo>
                      <a:pt x="2700000" y="3370961"/>
                    </a:lnTo>
                    <a:cubicBezTo>
                      <a:pt x="2700000" y="3463556"/>
                      <a:pt x="2634665" y="3540891"/>
                      <a:pt x="2547552" y="3559247"/>
                    </a:cubicBezTo>
                    <a:lnTo>
                      <a:pt x="0" y="3067241"/>
                    </a:lnTo>
                    <a:lnTo>
                      <a:pt x="0" y="192618"/>
                    </a:lnTo>
                    <a:cubicBezTo>
                      <a:pt x="0" y="86238"/>
                      <a:pt x="86238" y="0"/>
                      <a:pt x="192618" y="0"/>
                    </a:cubicBezTo>
                    <a:close/>
                  </a:path>
                </a:pathLst>
              </a:custGeom>
              <a:pattFill prst="pct10">
                <a:fgClr>
                  <a:srgbClr val="BC8F00"/>
                </a:fgClr>
                <a:bgClr>
                  <a:srgbClr val="E7A521"/>
                </a:bgClr>
              </a:pattFill>
              <a:ln w="25400" cap="flat" cmpd="sng" algn="ctr">
                <a:noFill/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宋体"/>
                  <a:cs typeface="+mn-cs"/>
                </a:endParaRPr>
              </a:p>
            </p:txBody>
          </p:sp>
          <p:sp>
            <p:nvSpPr>
              <p:cNvPr id="39" name="梯形 4"/>
              <p:cNvSpPr/>
              <p:nvPr/>
            </p:nvSpPr>
            <p:spPr>
              <a:xfrm rot="772283">
                <a:off x="2695492" y="4709884"/>
                <a:ext cx="2671500" cy="762373"/>
              </a:xfrm>
              <a:custGeom>
                <a:avLst/>
                <a:gdLst>
                  <a:gd name="connsiteX0" fmla="*/ 0 w 2700000"/>
                  <a:gd name="connsiteY0" fmla="*/ 648072 h 648072"/>
                  <a:gd name="connsiteX1" fmla="*/ 162018 w 2700000"/>
                  <a:gd name="connsiteY1" fmla="*/ 0 h 648072"/>
                  <a:gd name="connsiteX2" fmla="*/ 2537982 w 2700000"/>
                  <a:gd name="connsiteY2" fmla="*/ 0 h 648072"/>
                  <a:gd name="connsiteX3" fmla="*/ 2700000 w 2700000"/>
                  <a:gd name="connsiteY3" fmla="*/ 648072 h 648072"/>
                  <a:gd name="connsiteX4" fmla="*/ 0 w 2700000"/>
                  <a:gd name="connsiteY4" fmla="*/ 648072 h 648072"/>
                  <a:gd name="connsiteX0" fmla="*/ 0 w 2700000"/>
                  <a:gd name="connsiteY0" fmla="*/ 648072 h 648072"/>
                  <a:gd name="connsiteX1" fmla="*/ 47718 w 2700000"/>
                  <a:gd name="connsiteY1" fmla="*/ 330200 h 648072"/>
                  <a:gd name="connsiteX2" fmla="*/ 2537982 w 2700000"/>
                  <a:gd name="connsiteY2" fmla="*/ 0 h 648072"/>
                  <a:gd name="connsiteX3" fmla="*/ 2700000 w 2700000"/>
                  <a:gd name="connsiteY3" fmla="*/ 648072 h 648072"/>
                  <a:gd name="connsiteX4" fmla="*/ 0 w 2700000"/>
                  <a:gd name="connsiteY4" fmla="*/ 648072 h 648072"/>
                  <a:gd name="connsiteX0" fmla="*/ 0 w 2700000"/>
                  <a:gd name="connsiteY0" fmla="*/ 724272 h 724272"/>
                  <a:gd name="connsiteX1" fmla="*/ 47718 w 2700000"/>
                  <a:gd name="connsiteY1" fmla="*/ 406400 h 724272"/>
                  <a:gd name="connsiteX2" fmla="*/ 2042682 w 2700000"/>
                  <a:gd name="connsiteY2" fmla="*/ 0 h 724272"/>
                  <a:gd name="connsiteX3" fmla="*/ 2700000 w 2700000"/>
                  <a:gd name="connsiteY3" fmla="*/ 724272 h 724272"/>
                  <a:gd name="connsiteX4" fmla="*/ 0 w 2700000"/>
                  <a:gd name="connsiteY4" fmla="*/ 724272 h 724272"/>
                  <a:gd name="connsiteX0" fmla="*/ 0 w 2585700"/>
                  <a:gd name="connsiteY0" fmla="*/ 724272 h 724272"/>
                  <a:gd name="connsiteX1" fmla="*/ 47718 w 2585700"/>
                  <a:gd name="connsiteY1" fmla="*/ 406400 h 724272"/>
                  <a:gd name="connsiteX2" fmla="*/ 2042682 w 2585700"/>
                  <a:gd name="connsiteY2" fmla="*/ 0 h 724272"/>
                  <a:gd name="connsiteX3" fmla="*/ 2585700 w 2585700"/>
                  <a:gd name="connsiteY3" fmla="*/ 584572 h 724272"/>
                  <a:gd name="connsiteX4" fmla="*/ 0 w 2585700"/>
                  <a:gd name="connsiteY4" fmla="*/ 724272 h 724272"/>
                  <a:gd name="connsiteX0" fmla="*/ 0 w 2623800"/>
                  <a:gd name="connsiteY0" fmla="*/ 724272 h 724272"/>
                  <a:gd name="connsiteX1" fmla="*/ 47718 w 2623800"/>
                  <a:gd name="connsiteY1" fmla="*/ 406400 h 724272"/>
                  <a:gd name="connsiteX2" fmla="*/ 2042682 w 2623800"/>
                  <a:gd name="connsiteY2" fmla="*/ 0 h 724272"/>
                  <a:gd name="connsiteX3" fmla="*/ 2623800 w 2623800"/>
                  <a:gd name="connsiteY3" fmla="*/ 622672 h 724272"/>
                  <a:gd name="connsiteX4" fmla="*/ 0 w 2623800"/>
                  <a:gd name="connsiteY4" fmla="*/ 724272 h 724272"/>
                  <a:gd name="connsiteX0" fmla="*/ 0 w 2623800"/>
                  <a:gd name="connsiteY0" fmla="*/ 724272 h 724272"/>
                  <a:gd name="connsiteX1" fmla="*/ 47718 w 2623800"/>
                  <a:gd name="connsiteY1" fmla="*/ 469900 h 724272"/>
                  <a:gd name="connsiteX2" fmla="*/ 2042682 w 2623800"/>
                  <a:gd name="connsiteY2" fmla="*/ 0 h 724272"/>
                  <a:gd name="connsiteX3" fmla="*/ 2623800 w 2623800"/>
                  <a:gd name="connsiteY3" fmla="*/ 622672 h 724272"/>
                  <a:gd name="connsiteX4" fmla="*/ 0 w 2623800"/>
                  <a:gd name="connsiteY4" fmla="*/ 724272 h 724272"/>
                  <a:gd name="connsiteX0" fmla="*/ 268877 w 2892677"/>
                  <a:gd name="connsiteY0" fmla="*/ 725509 h 725509"/>
                  <a:gd name="connsiteX1" fmla="*/ 316595 w 2892677"/>
                  <a:gd name="connsiteY1" fmla="*/ 471137 h 725509"/>
                  <a:gd name="connsiteX2" fmla="*/ 2311559 w 2892677"/>
                  <a:gd name="connsiteY2" fmla="*/ 1237 h 725509"/>
                  <a:gd name="connsiteX3" fmla="*/ 2892677 w 2892677"/>
                  <a:gd name="connsiteY3" fmla="*/ 623909 h 725509"/>
                  <a:gd name="connsiteX4" fmla="*/ 268877 w 2892677"/>
                  <a:gd name="connsiteY4" fmla="*/ 725509 h 725509"/>
                  <a:gd name="connsiteX0" fmla="*/ 186517 w 2810317"/>
                  <a:gd name="connsiteY0" fmla="*/ 725284 h 725284"/>
                  <a:gd name="connsiteX1" fmla="*/ 234235 w 2810317"/>
                  <a:gd name="connsiteY1" fmla="*/ 470912 h 725284"/>
                  <a:gd name="connsiteX2" fmla="*/ 2229199 w 2810317"/>
                  <a:gd name="connsiteY2" fmla="*/ 1012 h 725284"/>
                  <a:gd name="connsiteX3" fmla="*/ 2810317 w 2810317"/>
                  <a:gd name="connsiteY3" fmla="*/ 623684 h 725284"/>
                  <a:gd name="connsiteX4" fmla="*/ 186517 w 2810317"/>
                  <a:gd name="connsiteY4" fmla="*/ 725284 h 725284"/>
                  <a:gd name="connsiteX0" fmla="*/ 226692 w 2850492"/>
                  <a:gd name="connsiteY0" fmla="*/ 725509 h 725509"/>
                  <a:gd name="connsiteX1" fmla="*/ 274410 w 2850492"/>
                  <a:gd name="connsiteY1" fmla="*/ 471137 h 725509"/>
                  <a:gd name="connsiteX2" fmla="*/ 2269374 w 2850492"/>
                  <a:gd name="connsiteY2" fmla="*/ 1237 h 725509"/>
                  <a:gd name="connsiteX3" fmla="*/ 2850492 w 2850492"/>
                  <a:gd name="connsiteY3" fmla="*/ 623909 h 725509"/>
                  <a:gd name="connsiteX4" fmla="*/ 226692 w 2850492"/>
                  <a:gd name="connsiteY4" fmla="*/ 725509 h 725509"/>
                  <a:gd name="connsiteX0" fmla="*/ 88614 w 2712414"/>
                  <a:gd name="connsiteY0" fmla="*/ 725509 h 725509"/>
                  <a:gd name="connsiteX1" fmla="*/ 136332 w 2712414"/>
                  <a:gd name="connsiteY1" fmla="*/ 471137 h 725509"/>
                  <a:gd name="connsiteX2" fmla="*/ 2131296 w 2712414"/>
                  <a:gd name="connsiteY2" fmla="*/ 1237 h 725509"/>
                  <a:gd name="connsiteX3" fmla="*/ 2712414 w 2712414"/>
                  <a:gd name="connsiteY3" fmla="*/ 623909 h 725509"/>
                  <a:gd name="connsiteX4" fmla="*/ 88614 w 2712414"/>
                  <a:gd name="connsiteY4" fmla="*/ 725509 h 725509"/>
                  <a:gd name="connsiteX0" fmla="*/ 88614 w 2712414"/>
                  <a:gd name="connsiteY0" fmla="*/ 770169 h 770169"/>
                  <a:gd name="connsiteX1" fmla="*/ 136332 w 2712414"/>
                  <a:gd name="connsiteY1" fmla="*/ 515797 h 770169"/>
                  <a:gd name="connsiteX2" fmla="*/ 2131296 w 2712414"/>
                  <a:gd name="connsiteY2" fmla="*/ 45897 h 770169"/>
                  <a:gd name="connsiteX3" fmla="*/ 2712414 w 2712414"/>
                  <a:gd name="connsiteY3" fmla="*/ 668569 h 770169"/>
                  <a:gd name="connsiteX4" fmla="*/ 88614 w 2712414"/>
                  <a:gd name="connsiteY4" fmla="*/ 770169 h 770169"/>
                  <a:gd name="connsiteX0" fmla="*/ 125767 w 2749567"/>
                  <a:gd name="connsiteY0" fmla="*/ 746188 h 746188"/>
                  <a:gd name="connsiteX1" fmla="*/ 173485 w 2749567"/>
                  <a:gd name="connsiteY1" fmla="*/ 491816 h 746188"/>
                  <a:gd name="connsiteX2" fmla="*/ 1889049 w 2749567"/>
                  <a:gd name="connsiteY2" fmla="*/ 47316 h 746188"/>
                  <a:gd name="connsiteX3" fmla="*/ 2749567 w 2749567"/>
                  <a:gd name="connsiteY3" fmla="*/ 644588 h 746188"/>
                  <a:gd name="connsiteX4" fmla="*/ 125767 w 2749567"/>
                  <a:gd name="connsiteY4" fmla="*/ 746188 h 746188"/>
                  <a:gd name="connsiteX0" fmla="*/ 125767 w 2749567"/>
                  <a:gd name="connsiteY0" fmla="*/ 823690 h 823690"/>
                  <a:gd name="connsiteX1" fmla="*/ 173485 w 2749567"/>
                  <a:gd name="connsiteY1" fmla="*/ 569318 h 823690"/>
                  <a:gd name="connsiteX2" fmla="*/ 1889049 w 2749567"/>
                  <a:gd name="connsiteY2" fmla="*/ 124818 h 823690"/>
                  <a:gd name="connsiteX3" fmla="*/ 2749567 w 2749567"/>
                  <a:gd name="connsiteY3" fmla="*/ 722090 h 823690"/>
                  <a:gd name="connsiteX4" fmla="*/ 125767 w 2749567"/>
                  <a:gd name="connsiteY4" fmla="*/ 823690 h 823690"/>
                  <a:gd name="connsiteX0" fmla="*/ 125767 w 2749567"/>
                  <a:gd name="connsiteY0" fmla="*/ 743344 h 743344"/>
                  <a:gd name="connsiteX1" fmla="*/ 173485 w 2749567"/>
                  <a:gd name="connsiteY1" fmla="*/ 488972 h 743344"/>
                  <a:gd name="connsiteX2" fmla="*/ 1889049 w 2749567"/>
                  <a:gd name="connsiteY2" fmla="*/ 44472 h 743344"/>
                  <a:gd name="connsiteX3" fmla="*/ 2749567 w 2749567"/>
                  <a:gd name="connsiteY3" fmla="*/ 641744 h 743344"/>
                  <a:gd name="connsiteX4" fmla="*/ 125767 w 2749567"/>
                  <a:gd name="connsiteY4" fmla="*/ 743344 h 743344"/>
                  <a:gd name="connsiteX0" fmla="*/ 125767 w 2774967"/>
                  <a:gd name="connsiteY0" fmla="*/ 699221 h 699221"/>
                  <a:gd name="connsiteX1" fmla="*/ 173485 w 2774967"/>
                  <a:gd name="connsiteY1" fmla="*/ 444849 h 699221"/>
                  <a:gd name="connsiteX2" fmla="*/ 1889049 w 2774967"/>
                  <a:gd name="connsiteY2" fmla="*/ 349 h 699221"/>
                  <a:gd name="connsiteX3" fmla="*/ 2774967 w 2774967"/>
                  <a:gd name="connsiteY3" fmla="*/ 521421 h 699221"/>
                  <a:gd name="connsiteX4" fmla="*/ 125767 w 2774967"/>
                  <a:gd name="connsiteY4" fmla="*/ 699221 h 699221"/>
                  <a:gd name="connsiteX0" fmla="*/ 125767 w 2774967"/>
                  <a:gd name="connsiteY0" fmla="*/ 699221 h 699221"/>
                  <a:gd name="connsiteX1" fmla="*/ 173485 w 2774967"/>
                  <a:gd name="connsiteY1" fmla="*/ 444849 h 699221"/>
                  <a:gd name="connsiteX2" fmla="*/ 1889049 w 2774967"/>
                  <a:gd name="connsiteY2" fmla="*/ 349 h 699221"/>
                  <a:gd name="connsiteX3" fmla="*/ 2774967 w 2774967"/>
                  <a:gd name="connsiteY3" fmla="*/ 521421 h 699221"/>
                  <a:gd name="connsiteX4" fmla="*/ 125767 w 2774967"/>
                  <a:gd name="connsiteY4" fmla="*/ 699221 h 699221"/>
                  <a:gd name="connsiteX0" fmla="*/ 125767 w 2736867"/>
                  <a:gd name="connsiteY0" fmla="*/ 699630 h 699630"/>
                  <a:gd name="connsiteX1" fmla="*/ 173485 w 2736867"/>
                  <a:gd name="connsiteY1" fmla="*/ 445258 h 699630"/>
                  <a:gd name="connsiteX2" fmla="*/ 1889049 w 2736867"/>
                  <a:gd name="connsiteY2" fmla="*/ 758 h 699630"/>
                  <a:gd name="connsiteX3" fmla="*/ 2736867 w 2736867"/>
                  <a:gd name="connsiteY3" fmla="*/ 559930 h 699630"/>
                  <a:gd name="connsiteX4" fmla="*/ 125767 w 2736867"/>
                  <a:gd name="connsiteY4" fmla="*/ 699630 h 699630"/>
                  <a:gd name="connsiteX0" fmla="*/ 146546 w 2719546"/>
                  <a:gd name="connsiteY0" fmla="*/ 699630 h 699630"/>
                  <a:gd name="connsiteX1" fmla="*/ 156164 w 2719546"/>
                  <a:gd name="connsiteY1" fmla="*/ 445258 h 699630"/>
                  <a:gd name="connsiteX2" fmla="*/ 1871728 w 2719546"/>
                  <a:gd name="connsiteY2" fmla="*/ 758 h 699630"/>
                  <a:gd name="connsiteX3" fmla="*/ 2719546 w 2719546"/>
                  <a:gd name="connsiteY3" fmla="*/ 559930 h 699630"/>
                  <a:gd name="connsiteX4" fmla="*/ 146546 w 2719546"/>
                  <a:gd name="connsiteY4" fmla="*/ 699630 h 699630"/>
                  <a:gd name="connsiteX0" fmla="*/ 146546 w 2719546"/>
                  <a:gd name="connsiteY0" fmla="*/ 699630 h 699630"/>
                  <a:gd name="connsiteX1" fmla="*/ 156164 w 2719546"/>
                  <a:gd name="connsiteY1" fmla="*/ 445258 h 699630"/>
                  <a:gd name="connsiteX2" fmla="*/ 1871728 w 2719546"/>
                  <a:gd name="connsiteY2" fmla="*/ 758 h 699630"/>
                  <a:gd name="connsiteX3" fmla="*/ 2719546 w 2719546"/>
                  <a:gd name="connsiteY3" fmla="*/ 559930 h 699630"/>
                  <a:gd name="connsiteX4" fmla="*/ 146546 w 2719546"/>
                  <a:gd name="connsiteY4" fmla="*/ 699630 h 699630"/>
                  <a:gd name="connsiteX0" fmla="*/ 294116 w 2651216"/>
                  <a:gd name="connsiteY0" fmla="*/ 737744 h 737744"/>
                  <a:gd name="connsiteX1" fmla="*/ 87834 w 2651216"/>
                  <a:gd name="connsiteY1" fmla="*/ 445272 h 737744"/>
                  <a:gd name="connsiteX2" fmla="*/ 1803398 w 2651216"/>
                  <a:gd name="connsiteY2" fmla="*/ 772 h 737744"/>
                  <a:gd name="connsiteX3" fmla="*/ 2651216 w 2651216"/>
                  <a:gd name="connsiteY3" fmla="*/ 559944 h 737744"/>
                  <a:gd name="connsiteX4" fmla="*/ 294116 w 2651216"/>
                  <a:gd name="connsiteY4" fmla="*/ 737744 h 737744"/>
                  <a:gd name="connsiteX0" fmla="*/ 294116 w 2651216"/>
                  <a:gd name="connsiteY0" fmla="*/ 737744 h 737744"/>
                  <a:gd name="connsiteX1" fmla="*/ 87834 w 2651216"/>
                  <a:gd name="connsiteY1" fmla="*/ 445272 h 737744"/>
                  <a:gd name="connsiteX2" fmla="*/ 1803398 w 2651216"/>
                  <a:gd name="connsiteY2" fmla="*/ 772 h 737744"/>
                  <a:gd name="connsiteX3" fmla="*/ 2651216 w 2651216"/>
                  <a:gd name="connsiteY3" fmla="*/ 559944 h 737744"/>
                  <a:gd name="connsiteX4" fmla="*/ 294116 w 2651216"/>
                  <a:gd name="connsiteY4" fmla="*/ 737744 h 737744"/>
                  <a:gd name="connsiteX0" fmla="*/ 304859 w 2661959"/>
                  <a:gd name="connsiteY0" fmla="*/ 736973 h 736973"/>
                  <a:gd name="connsiteX1" fmla="*/ 85877 w 2661959"/>
                  <a:gd name="connsiteY1" fmla="*/ 558801 h 736973"/>
                  <a:gd name="connsiteX2" fmla="*/ 1814141 w 2661959"/>
                  <a:gd name="connsiteY2" fmla="*/ 1 h 736973"/>
                  <a:gd name="connsiteX3" fmla="*/ 2661959 w 2661959"/>
                  <a:gd name="connsiteY3" fmla="*/ 559173 h 736973"/>
                  <a:gd name="connsiteX4" fmla="*/ 304859 w 2661959"/>
                  <a:gd name="connsiteY4" fmla="*/ 736973 h 736973"/>
                  <a:gd name="connsiteX0" fmla="*/ 202918 w 2699718"/>
                  <a:gd name="connsiteY0" fmla="*/ 762373 h 762373"/>
                  <a:gd name="connsiteX1" fmla="*/ 123636 w 2699718"/>
                  <a:gd name="connsiteY1" fmla="*/ 558801 h 762373"/>
                  <a:gd name="connsiteX2" fmla="*/ 1851900 w 2699718"/>
                  <a:gd name="connsiteY2" fmla="*/ 1 h 762373"/>
                  <a:gd name="connsiteX3" fmla="*/ 2699718 w 2699718"/>
                  <a:gd name="connsiteY3" fmla="*/ 559173 h 762373"/>
                  <a:gd name="connsiteX4" fmla="*/ 202918 w 2699718"/>
                  <a:gd name="connsiteY4" fmla="*/ 762373 h 762373"/>
                  <a:gd name="connsiteX0" fmla="*/ 174700 w 2671500"/>
                  <a:gd name="connsiteY0" fmla="*/ 762373 h 762373"/>
                  <a:gd name="connsiteX1" fmla="*/ 95418 w 2671500"/>
                  <a:gd name="connsiteY1" fmla="*/ 558801 h 762373"/>
                  <a:gd name="connsiteX2" fmla="*/ 1823682 w 2671500"/>
                  <a:gd name="connsiteY2" fmla="*/ 1 h 762373"/>
                  <a:gd name="connsiteX3" fmla="*/ 2671500 w 2671500"/>
                  <a:gd name="connsiteY3" fmla="*/ 559173 h 762373"/>
                  <a:gd name="connsiteX4" fmla="*/ 174700 w 2671500"/>
                  <a:gd name="connsiteY4" fmla="*/ 762373 h 7623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71500" h="762373">
                    <a:moveTo>
                      <a:pt x="174700" y="762373"/>
                    </a:moveTo>
                    <a:cubicBezTo>
                      <a:pt x="75553" y="736911"/>
                      <a:pt x="-115912" y="647763"/>
                      <a:pt x="95418" y="558801"/>
                    </a:cubicBezTo>
                    <a:cubicBezTo>
                      <a:pt x="306748" y="469839"/>
                      <a:pt x="1394335" y="-61"/>
                      <a:pt x="1823682" y="1"/>
                    </a:cubicBezTo>
                    <a:cubicBezTo>
                      <a:pt x="2253029" y="63"/>
                      <a:pt x="2384661" y="360082"/>
                      <a:pt x="2671500" y="559173"/>
                    </a:cubicBezTo>
                    <a:cubicBezTo>
                      <a:pt x="2017033" y="567640"/>
                      <a:pt x="1159367" y="576106"/>
                      <a:pt x="174700" y="762373"/>
                    </a:cubicBezTo>
                    <a:close/>
                  </a:path>
                </a:pathLst>
              </a:custGeom>
              <a:gradFill flip="none" rotWithShape="1">
                <a:gsLst>
                  <a:gs pos="89000">
                    <a:srgbClr val="9A9A9A"/>
                  </a:gs>
                  <a:gs pos="50000">
                    <a:srgbClr val="A1A1A1"/>
                  </a:gs>
                  <a:gs pos="59000">
                    <a:srgbClr val="9D9D9D"/>
                  </a:gs>
                  <a:gs pos="30000">
                    <a:srgbClr val="6D6D6D"/>
                  </a:gs>
                  <a:gs pos="67000">
                    <a:sysClr val="window" lastClr="FFFFFF">
                      <a:lumMod val="85000"/>
                    </a:sysClr>
                  </a:gs>
                  <a:gs pos="39000">
                    <a:sysClr val="window" lastClr="FFFFFF">
                      <a:lumMod val="85000"/>
                    </a:sysClr>
                  </a:gs>
                  <a:gs pos="27000">
                    <a:sysClr val="window" lastClr="FFFFFF">
                      <a:lumMod val="65000"/>
                      <a:shade val="67500"/>
                      <a:satMod val="115000"/>
                    </a:sysClr>
                  </a:gs>
                  <a:gs pos="100000">
                    <a:sysClr val="window" lastClr="FFFFFF">
                      <a:lumMod val="65000"/>
                      <a:shade val="100000"/>
                      <a:satMod val="115000"/>
                    </a:sysClr>
                  </a:gs>
                </a:gsLst>
                <a:lin ang="4800000" scaled="0"/>
                <a:tileRect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宋体"/>
                  <a:cs typeface="+mn-cs"/>
                </a:endParaRPr>
              </a:p>
            </p:txBody>
          </p:sp>
          <p:grpSp>
            <p:nvGrpSpPr>
              <p:cNvPr id="40" name="组合 39"/>
              <p:cNvGrpSpPr/>
              <p:nvPr/>
            </p:nvGrpSpPr>
            <p:grpSpPr>
              <a:xfrm>
                <a:off x="3110473" y="2204865"/>
                <a:ext cx="165383" cy="206896"/>
                <a:chOff x="2987824" y="2204864"/>
                <a:chExt cx="288032" cy="360330"/>
              </a:xfrm>
            </p:grpSpPr>
            <p:sp>
              <p:nvSpPr>
                <p:cNvPr id="62" name="椭圆 61"/>
                <p:cNvSpPr/>
                <p:nvPr/>
              </p:nvSpPr>
              <p:spPr>
                <a:xfrm>
                  <a:off x="2987824" y="2204864"/>
                  <a:ext cx="288032" cy="288032"/>
                </a:xfrm>
                <a:prstGeom prst="ellipse">
                  <a:avLst/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宋体"/>
                    <a:cs typeface="+mn-cs"/>
                  </a:endParaRPr>
                </a:p>
              </p:txBody>
            </p:sp>
            <p:sp>
              <p:nvSpPr>
                <p:cNvPr id="63" name="椭圆 62"/>
                <p:cNvSpPr/>
                <p:nvPr/>
              </p:nvSpPr>
              <p:spPr>
                <a:xfrm>
                  <a:off x="2987824" y="2277163"/>
                  <a:ext cx="288032" cy="288031"/>
                </a:xfrm>
                <a:prstGeom prst="ellipse">
                  <a:avLst/>
                </a:prstGeom>
                <a:solidFill>
                  <a:sysClr val="windowText" lastClr="000000">
                    <a:lumMod val="85000"/>
                    <a:lumOff val="15000"/>
                  </a:sysClr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宋体"/>
                    <a:cs typeface="+mn-cs"/>
                  </a:endParaRPr>
                </a:p>
              </p:txBody>
            </p:sp>
          </p:grpSp>
          <p:grpSp>
            <p:nvGrpSpPr>
              <p:cNvPr id="41" name="组合 40"/>
              <p:cNvGrpSpPr/>
              <p:nvPr/>
            </p:nvGrpSpPr>
            <p:grpSpPr>
              <a:xfrm>
                <a:off x="3491880" y="2204865"/>
                <a:ext cx="165383" cy="206896"/>
                <a:chOff x="2987824" y="2204864"/>
                <a:chExt cx="288032" cy="360330"/>
              </a:xfrm>
            </p:grpSpPr>
            <p:sp>
              <p:nvSpPr>
                <p:cNvPr id="60" name="椭圆 59"/>
                <p:cNvSpPr/>
                <p:nvPr/>
              </p:nvSpPr>
              <p:spPr>
                <a:xfrm>
                  <a:off x="2987824" y="2204864"/>
                  <a:ext cx="288032" cy="288032"/>
                </a:xfrm>
                <a:prstGeom prst="ellipse">
                  <a:avLst/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宋体"/>
                    <a:cs typeface="+mn-cs"/>
                  </a:endParaRPr>
                </a:p>
              </p:txBody>
            </p:sp>
            <p:sp>
              <p:nvSpPr>
                <p:cNvPr id="61" name="椭圆 60"/>
                <p:cNvSpPr/>
                <p:nvPr/>
              </p:nvSpPr>
              <p:spPr>
                <a:xfrm>
                  <a:off x="2987824" y="2277163"/>
                  <a:ext cx="288032" cy="288031"/>
                </a:xfrm>
                <a:prstGeom prst="ellipse">
                  <a:avLst/>
                </a:prstGeom>
                <a:solidFill>
                  <a:sysClr val="windowText" lastClr="000000">
                    <a:lumMod val="85000"/>
                    <a:lumOff val="15000"/>
                  </a:sysClr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宋体"/>
                    <a:cs typeface="+mn-cs"/>
                  </a:endParaRPr>
                </a:p>
              </p:txBody>
            </p:sp>
          </p:grpSp>
          <p:grpSp>
            <p:nvGrpSpPr>
              <p:cNvPr id="42" name="组合 41"/>
              <p:cNvGrpSpPr/>
              <p:nvPr/>
            </p:nvGrpSpPr>
            <p:grpSpPr>
              <a:xfrm>
                <a:off x="3873287" y="2204865"/>
                <a:ext cx="165383" cy="206896"/>
                <a:chOff x="2987824" y="2204864"/>
                <a:chExt cx="288032" cy="360330"/>
              </a:xfrm>
            </p:grpSpPr>
            <p:sp>
              <p:nvSpPr>
                <p:cNvPr id="58" name="椭圆 57"/>
                <p:cNvSpPr/>
                <p:nvPr/>
              </p:nvSpPr>
              <p:spPr>
                <a:xfrm>
                  <a:off x="2987824" y="2204864"/>
                  <a:ext cx="288032" cy="288032"/>
                </a:xfrm>
                <a:prstGeom prst="ellipse">
                  <a:avLst/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宋体"/>
                    <a:cs typeface="+mn-cs"/>
                  </a:endParaRPr>
                </a:p>
              </p:txBody>
            </p:sp>
            <p:sp>
              <p:nvSpPr>
                <p:cNvPr id="59" name="椭圆 58"/>
                <p:cNvSpPr/>
                <p:nvPr/>
              </p:nvSpPr>
              <p:spPr>
                <a:xfrm>
                  <a:off x="2987824" y="2277163"/>
                  <a:ext cx="288032" cy="288031"/>
                </a:xfrm>
                <a:prstGeom prst="ellipse">
                  <a:avLst/>
                </a:prstGeom>
                <a:solidFill>
                  <a:sysClr val="windowText" lastClr="000000">
                    <a:lumMod val="85000"/>
                    <a:lumOff val="15000"/>
                  </a:sysClr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宋体"/>
                    <a:cs typeface="+mn-cs"/>
                  </a:endParaRPr>
                </a:p>
              </p:txBody>
            </p:sp>
          </p:grpSp>
          <p:grpSp>
            <p:nvGrpSpPr>
              <p:cNvPr id="43" name="组合 42"/>
              <p:cNvGrpSpPr/>
              <p:nvPr/>
            </p:nvGrpSpPr>
            <p:grpSpPr>
              <a:xfrm>
                <a:off x="4254694" y="2204865"/>
                <a:ext cx="165383" cy="206896"/>
                <a:chOff x="2987824" y="2204864"/>
                <a:chExt cx="288032" cy="360330"/>
              </a:xfrm>
            </p:grpSpPr>
            <p:sp>
              <p:nvSpPr>
                <p:cNvPr id="56" name="椭圆 55"/>
                <p:cNvSpPr/>
                <p:nvPr/>
              </p:nvSpPr>
              <p:spPr>
                <a:xfrm>
                  <a:off x="2987824" y="2204864"/>
                  <a:ext cx="288032" cy="288032"/>
                </a:xfrm>
                <a:prstGeom prst="ellipse">
                  <a:avLst/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宋体"/>
                    <a:cs typeface="+mn-cs"/>
                  </a:endParaRPr>
                </a:p>
              </p:txBody>
            </p:sp>
            <p:sp>
              <p:nvSpPr>
                <p:cNvPr id="57" name="椭圆 56"/>
                <p:cNvSpPr/>
                <p:nvPr/>
              </p:nvSpPr>
              <p:spPr>
                <a:xfrm>
                  <a:off x="2987824" y="2277163"/>
                  <a:ext cx="288032" cy="288031"/>
                </a:xfrm>
                <a:prstGeom prst="ellipse">
                  <a:avLst/>
                </a:prstGeom>
                <a:solidFill>
                  <a:sysClr val="windowText" lastClr="000000">
                    <a:lumMod val="85000"/>
                    <a:lumOff val="15000"/>
                  </a:sysClr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宋体"/>
                    <a:cs typeface="+mn-cs"/>
                  </a:endParaRPr>
                </a:p>
              </p:txBody>
            </p:sp>
          </p:grpSp>
          <p:grpSp>
            <p:nvGrpSpPr>
              <p:cNvPr id="44" name="组合 43"/>
              <p:cNvGrpSpPr/>
              <p:nvPr/>
            </p:nvGrpSpPr>
            <p:grpSpPr>
              <a:xfrm>
                <a:off x="4636101" y="2204865"/>
                <a:ext cx="165383" cy="206896"/>
                <a:chOff x="2987824" y="2204864"/>
                <a:chExt cx="288032" cy="360330"/>
              </a:xfrm>
            </p:grpSpPr>
            <p:sp>
              <p:nvSpPr>
                <p:cNvPr id="54" name="椭圆 53"/>
                <p:cNvSpPr/>
                <p:nvPr/>
              </p:nvSpPr>
              <p:spPr>
                <a:xfrm>
                  <a:off x="2987824" y="2204864"/>
                  <a:ext cx="288032" cy="288032"/>
                </a:xfrm>
                <a:prstGeom prst="ellipse">
                  <a:avLst/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宋体"/>
                    <a:cs typeface="+mn-cs"/>
                  </a:endParaRPr>
                </a:p>
              </p:txBody>
            </p:sp>
            <p:sp>
              <p:nvSpPr>
                <p:cNvPr id="55" name="椭圆 54"/>
                <p:cNvSpPr/>
                <p:nvPr/>
              </p:nvSpPr>
              <p:spPr>
                <a:xfrm>
                  <a:off x="2987824" y="2277163"/>
                  <a:ext cx="288032" cy="288031"/>
                </a:xfrm>
                <a:prstGeom prst="ellipse">
                  <a:avLst/>
                </a:prstGeom>
                <a:solidFill>
                  <a:sysClr val="windowText" lastClr="000000">
                    <a:lumMod val="85000"/>
                    <a:lumOff val="15000"/>
                  </a:sysClr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宋体"/>
                    <a:cs typeface="+mn-cs"/>
                  </a:endParaRPr>
                </a:p>
              </p:txBody>
            </p:sp>
          </p:grpSp>
          <p:grpSp>
            <p:nvGrpSpPr>
              <p:cNvPr id="45" name="组合 44"/>
              <p:cNvGrpSpPr/>
              <p:nvPr/>
            </p:nvGrpSpPr>
            <p:grpSpPr>
              <a:xfrm>
                <a:off x="5017508" y="2204865"/>
                <a:ext cx="165383" cy="206896"/>
                <a:chOff x="2987824" y="2204864"/>
                <a:chExt cx="288032" cy="360330"/>
              </a:xfrm>
            </p:grpSpPr>
            <p:sp>
              <p:nvSpPr>
                <p:cNvPr id="52" name="椭圆 51"/>
                <p:cNvSpPr/>
                <p:nvPr/>
              </p:nvSpPr>
              <p:spPr>
                <a:xfrm>
                  <a:off x="2987824" y="2204864"/>
                  <a:ext cx="288032" cy="288032"/>
                </a:xfrm>
                <a:prstGeom prst="ellipse">
                  <a:avLst/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宋体"/>
                    <a:cs typeface="+mn-cs"/>
                  </a:endParaRPr>
                </a:p>
              </p:txBody>
            </p:sp>
            <p:sp>
              <p:nvSpPr>
                <p:cNvPr id="53" name="椭圆 52"/>
                <p:cNvSpPr/>
                <p:nvPr/>
              </p:nvSpPr>
              <p:spPr>
                <a:xfrm>
                  <a:off x="2987824" y="2277163"/>
                  <a:ext cx="288032" cy="288031"/>
                </a:xfrm>
                <a:prstGeom prst="ellipse">
                  <a:avLst/>
                </a:prstGeom>
                <a:solidFill>
                  <a:sysClr val="windowText" lastClr="000000">
                    <a:lumMod val="85000"/>
                    <a:lumOff val="15000"/>
                  </a:sysClr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宋体"/>
                    <a:cs typeface="+mn-cs"/>
                  </a:endParaRPr>
                </a:p>
              </p:txBody>
            </p:sp>
          </p:grpSp>
          <p:sp>
            <p:nvSpPr>
              <p:cNvPr id="46" name="空心弧 45"/>
              <p:cNvSpPr/>
              <p:nvPr/>
            </p:nvSpPr>
            <p:spPr>
              <a:xfrm>
                <a:off x="4817784" y="1587861"/>
                <a:ext cx="456501" cy="798500"/>
              </a:xfrm>
              <a:prstGeom prst="blockArc">
                <a:avLst>
                  <a:gd name="adj1" fmla="val 10800000"/>
                  <a:gd name="adj2" fmla="val 4446489"/>
                  <a:gd name="adj3" fmla="val 10348"/>
                </a:avLst>
              </a:prstGeom>
              <a:solidFill>
                <a:sysClr val="windowText" lastClr="000000">
                  <a:lumMod val="95000"/>
                  <a:lumOff val="5000"/>
                </a:sysClr>
              </a:solidFill>
              <a:ln w="25400" cap="flat" cmpd="sng" algn="ctr">
                <a:noFill/>
                <a:prstDash val="solid"/>
              </a:ln>
              <a:effectLst>
                <a:outerShdw blurRad="149987" dist="250190" dir="8460000" algn="ctr">
                  <a:srgbClr val="000000">
                    <a:alpha val="28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contrasting" dir="t">
                  <a:rot lat="0" lon="0" rev="1500000"/>
                </a:lightRig>
              </a:scene3d>
              <a:sp3d prstMaterial="metal">
                <a:bevelT w="88900" h="88900"/>
              </a:sp3d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宋体"/>
                  <a:cs typeface="+mn-cs"/>
                </a:endParaRPr>
              </a:p>
            </p:txBody>
          </p:sp>
          <p:sp>
            <p:nvSpPr>
              <p:cNvPr id="47" name="空心弧 46"/>
              <p:cNvSpPr/>
              <p:nvPr/>
            </p:nvSpPr>
            <p:spPr>
              <a:xfrm>
                <a:off x="4411852" y="1590700"/>
                <a:ext cx="456501" cy="798500"/>
              </a:xfrm>
              <a:prstGeom prst="blockArc">
                <a:avLst>
                  <a:gd name="adj1" fmla="val 10800000"/>
                  <a:gd name="adj2" fmla="val 4446489"/>
                  <a:gd name="adj3" fmla="val 10348"/>
                </a:avLst>
              </a:prstGeom>
              <a:solidFill>
                <a:sysClr val="windowText" lastClr="000000">
                  <a:lumMod val="95000"/>
                  <a:lumOff val="5000"/>
                </a:sysClr>
              </a:solidFill>
              <a:ln w="25400" cap="flat" cmpd="sng" algn="ctr">
                <a:noFill/>
                <a:prstDash val="solid"/>
              </a:ln>
              <a:effectLst>
                <a:outerShdw blurRad="149987" dist="250190" dir="8460000" algn="ctr">
                  <a:srgbClr val="000000">
                    <a:alpha val="28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contrasting" dir="t">
                  <a:rot lat="0" lon="0" rev="1500000"/>
                </a:lightRig>
              </a:scene3d>
              <a:sp3d prstMaterial="metal">
                <a:bevelT w="88900" h="88900"/>
              </a:sp3d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宋体"/>
                  <a:cs typeface="+mn-cs"/>
                </a:endParaRPr>
              </a:p>
            </p:txBody>
          </p:sp>
          <p:sp>
            <p:nvSpPr>
              <p:cNvPr id="48" name="空心弧 47"/>
              <p:cNvSpPr/>
              <p:nvPr/>
            </p:nvSpPr>
            <p:spPr>
              <a:xfrm>
                <a:off x="3990372" y="1587861"/>
                <a:ext cx="456501" cy="798500"/>
              </a:xfrm>
              <a:prstGeom prst="blockArc">
                <a:avLst>
                  <a:gd name="adj1" fmla="val 10800000"/>
                  <a:gd name="adj2" fmla="val 4446489"/>
                  <a:gd name="adj3" fmla="val 10348"/>
                </a:avLst>
              </a:prstGeom>
              <a:solidFill>
                <a:sysClr val="windowText" lastClr="000000">
                  <a:lumMod val="95000"/>
                  <a:lumOff val="5000"/>
                </a:sysClr>
              </a:solidFill>
              <a:ln w="25400" cap="flat" cmpd="sng" algn="ctr">
                <a:noFill/>
                <a:prstDash val="solid"/>
              </a:ln>
              <a:effectLst>
                <a:outerShdw blurRad="149987" dist="250190" dir="8460000" algn="ctr">
                  <a:srgbClr val="000000">
                    <a:alpha val="28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contrasting" dir="t">
                  <a:rot lat="0" lon="0" rev="1500000"/>
                </a:lightRig>
              </a:scene3d>
              <a:sp3d prstMaterial="metal">
                <a:bevelT w="88900" h="88900"/>
              </a:sp3d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宋体"/>
                  <a:cs typeface="+mn-cs"/>
                </a:endParaRPr>
              </a:p>
            </p:txBody>
          </p:sp>
          <p:sp>
            <p:nvSpPr>
              <p:cNvPr id="49" name="空心弧 48"/>
              <p:cNvSpPr/>
              <p:nvPr/>
            </p:nvSpPr>
            <p:spPr>
              <a:xfrm>
                <a:off x="3713860" y="1590701"/>
                <a:ext cx="392034" cy="798500"/>
              </a:xfrm>
              <a:prstGeom prst="blockArc">
                <a:avLst>
                  <a:gd name="adj1" fmla="val 10800000"/>
                  <a:gd name="adj2" fmla="val 4446489"/>
                  <a:gd name="adj3" fmla="val 10348"/>
                </a:avLst>
              </a:prstGeom>
              <a:solidFill>
                <a:sysClr val="windowText" lastClr="000000">
                  <a:lumMod val="95000"/>
                  <a:lumOff val="5000"/>
                </a:sysClr>
              </a:solidFill>
              <a:ln w="25400" cap="flat" cmpd="sng" algn="ctr">
                <a:noFill/>
                <a:prstDash val="solid"/>
              </a:ln>
              <a:effectLst>
                <a:outerShdw blurRad="149987" dist="250190" dir="8460000" algn="ctr">
                  <a:srgbClr val="000000">
                    <a:alpha val="28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contrasting" dir="t">
                  <a:rot lat="0" lon="0" rev="1500000"/>
                </a:lightRig>
              </a:scene3d>
              <a:sp3d prstMaterial="metal">
                <a:bevelT w="88900" h="88900"/>
              </a:sp3d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宋体"/>
                  <a:cs typeface="+mn-cs"/>
                </a:endParaRPr>
              </a:p>
            </p:txBody>
          </p:sp>
          <p:sp>
            <p:nvSpPr>
              <p:cNvPr id="50" name="空心弧 49"/>
              <p:cNvSpPr/>
              <p:nvPr/>
            </p:nvSpPr>
            <p:spPr>
              <a:xfrm>
                <a:off x="3309921" y="1587861"/>
                <a:ext cx="456501" cy="798500"/>
              </a:xfrm>
              <a:prstGeom prst="blockArc">
                <a:avLst>
                  <a:gd name="adj1" fmla="val 10800000"/>
                  <a:gd name="adj2" fmla="val 4446489"/>
                  <a:gd name="adj3" fmla="val 10348"/>
                </a:avLst>
              </a:prstGeom>
              <a:solidFill>
                <a:sysClr val="windowText" lastClr="000000">
                  <a:lumMod val="95000"/>
                  <a:lumOff val="5000"/>
                </a:sysClr>
              </a:solidFill>
              <a:ln w="25400" cap="flat" cmpd="sng" algn="ctr">
                <a:noFill/>
                <a:prstDash val="solid"/>
              </a:ln>
              <a:effectLst>
                <a:outerShdw blurRad="149987" dist="250190" dir="8460000" algn="ctr">
                  <a:srgbClr val="000000">
                    <a:alpha val="28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contrasting" dir="t">
                  <a:rot lat="0" lon="0" rev="1500000"/>
                </a:lightRig>
              </a:scene3d>
              <a:sp3d prstMaterial="metal">
                <a:bevelT w="88900" h="88900"/>
              </a:sp3d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宋体"/>
                  <a:cs typeface="+mn-cs"/>
                </a:endParaRPr>
              </a:p>
            </p:txBody>
          </p:sp>
          <p:sp>
            <p:nvSpPr>
              <p:cNvPr id="51" name="空心弧 50"/>
              <p:cNvSpPr/>
              <p:nvPr/>
            </p:nvSpPr>
            <p:spPr>
              <a:xfrm>
                <a:off x="2873524" y="1603400"/>
                <a:ext cx="456501" cy="798500"/>
              </a:xfrm>
              <a:prstGeom prst="blockArc">
                <a:avLst>
                  <a:gd name="adj1" fmla="val 10800000"/>
                  <a:gd name="adj2" fmla="val 4446489"/>
                  <a:gd name="adj3" fmla="val 10348"/>
                </a:avLst>
              </a:prstGeom>
              <a:solidFill>
                <a:sysClr val="windowText" lastClr="000000">
                  <a:lumMod val="95000"/>
                  <a:lumOff val="5000"/>
                </a:sysClr>
              </a:solidFill>
              <a:ln w="25400" cap="flat" cmpd="sng" algn="ctr">
                <a:noFill/>
                <a:prstDash val="solid"/>
              </a:ln>
              <a:effectLst>
                <a:outerShdw blurRad="149987" dist="250190" dir="8460000" algn="ctr">
                  <a:srgbClr val="000000">
                    <a:alpha val="28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contrasting" dir="t">
                  <a:rot lat="0" lon="0" rev="1500000"/>
                </a:lightRig>
              </a:scene3d>
              <a:sp3d prstMaterial="metal">
                <a:bevelT w="88900" h="88900"/>
              </a:sp3d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宋体"/>
                  <a:cs typeface="+mn-cs"/>
                </a:endParaRPr>
              </a:p>
            </p:txBody>
          </p:sp>
        </p:grpSp>
        <p:sp>
          <p:nvSpPr>
            <p:cNvPr id="94" name="TextBox 93"/>
            <p:cNvSpPr txBox="1"/>
            <p:nvPr/>
          </p:nvSpPr>
          <p:spPr>
            <a:xfrm>
              <a:off x="3542467" y="2067708"/>
              <a:ext cx="1962902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marR="0" lvl="0" indent="0" algn="ct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None/>
                <a:tabLst/>
                <a:defRPr sz="4000" b="1" kern="0">
                  <a:ln w="18415" cmpd="sng">
                    <a:noFill/>
                    <a:prstDash val="solid"/>
                  </a:ln>
                  <a:solidFill>
                    <a:srgbClr val="31859B"/>
                  </a:solidFill>
                  <a:effectLst>
                    <a:outerShdw dist="25400" dir="5400000" algn="t" rotWithShape="0">
                      <a:prstClr val="black">
                        <a:alpha val="17000"/>
                      </a:prstClr>
                    </a:outerShdw>
                  </a:effectLst>
                  <a:latin typeface="Adidas Unity" pitchFamily="2" charset="0"/>
                  <a:ea typeface="微软雅黑" pitchFamily="34" charset="-122"/>
                </a:defRPr>
              </a:lvl1pPr>
            </a:lstStyle>
            <a:p>
              <a:r>
                <a:rPr lang="en-US" altLang="zh-CN" dirty="0"/>
                <a:t>2</a:t>
              </a:r>
              <a:endParaRPr lang="zh-CN" altLang="en-US" dirty="0"/>
            </a:p>
          </p:txBody>
        </p:sp>
        <p:sp>
          <p:nvSpPr>
            <p:cNvPr id="95" name="TextBox 94"/>
            <p:cNvSpPr txBox="1"/>
            <p:nvPr/>
          </p:nvSpPr>
          <p:spPr>
            <a:xfrm>
              <a:off x="3570755" y="2419908"/>
              <a:ext cx="2088232" cy="5838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2pPr marL="0" lvl="1">
                <a:lnSpc>
                  <a:spcPts val="2000"/>
                </a:lnSpc>
                <a:defRPr sz="12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defRPr>
              </a:lvl2pPr>
            </a:lstStyle>
            <a:p>
              <a:pPr lvl="1"/>
              <a:r>
                <a:rPr lang="zh-CN" altLang="en-US" dirty="0"/>
                <a:t>结合实例分析，学习对象思维方法。</a:t>
              </a:r>
              <a:endParaRPr lang="en-US" altLang="zh-CN" dirty="0"/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6069763" y="1183392"/>
            <a:ext cx="2238094" cy="3165992"/>
            <a:chOff x="6069763" y="1183392"/>
            <a:chExt cx="2238094" cy="3165992"/>
          </a:xfrm>
        </p:grpSpPr>
        <p:grpSp>
          <p:nvGrpSpPr>
            <p:cNvPr id="64" name="组合 63"/>
            <p:cNvGrpSpPr/>
            <p:nvPr/>
          </p:nvGrpSpPr>
          <p:grpSpPr>
            <a:xfrm>
              <a:off x="6069763" y="1183392"/>
              <a:ext cx="2225955" cy="3165992"/>
              <a:chOff x="2695491" y="1587862"/>
              <a:chExt cx="2787213" cy="3964277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65" name="圆角矩形 1"/>
              <p:cNvSpPr/>
              <p:nvPr/>
            </p:nvSpPr>
            <p:spPr>
              <a:xfrm>
                <a:off x="2818407" y="1954936"/>
                <a:ext cx="2664297" cy="3597203"/>
              </a:xfrm>
              <a:custGeom>
                <a:avLst/>
                <a:gdLst/>
                <a:ahLst/>
                <a:cxnLst/>
                <a:rect l="l" t="t" r="r" b="b"/>
                <a:pathLst>
                  <a:path w="2664296" h="3597199">
                    <a:moveTo>
                      <a:pt x="190071" y="0"/>
                    </a:moveTo>
                    <a:lnTo>
                      <a:pt x="2474225" y="0"/>
                    </a:lnTo>
                    <a:cubicBezTo>
                      <a:pt x="2579198" y="0"/>
                      <a:pt x="2664296" y="85098"/>
                      <a:pt x="2664296" y="190071"/>
                    </a:cubicBezTo>
                    <a:lnTo>
                      <a:pt x="2664296" y="3410329"/>
                    </a:lnTo>
                    <a:cubicBezTo>
                      <a:pt x="2664296" y="3504451"/>
                      <a:pt x="2595883" y="3582594"/>
                      <a:pt x="2505979" y="3597199"/>
                    </a:cubicBezTo>
                    <a:lnTo>
                      <a:pt x="0" y="3113222"/>
                    </a:lnTo>
                    <a:lnTo>
                      <a:pt x="0" y="190071"/>
                    </a:lnTo>
                    <a:cubicBezTo>
                      <a:pt x="0" y="85098"/>
                      <a:pt x="85098" y="0"/>
                      <a:pt x="190071" y="0"/>
                    </a:cubicBezTo>
                    <a:close/>
                  </a:path>
                </a:pathLst>
              </a:custGeom>
              <a:solidFill>
                <a:sysClr val="windowText" lastClr="000000">
                  <a:lumMod val="50000"/>
                  <a:lumOff val="50000"/>
                </a:sysClr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宋体"/>
                  <a:cs typeface="+mn-cs"/>
                </a:endParaRPr>
              </a:p>
            </p:txBody>
          </p:sp>
          <p:sp>
            <p:nvSpPr>
              <p:cNvPr id="66" name="圆角矩形 3"/>
              <p:cNvSpPr/>
              <p:nvPr/>
            </p:nvSpPr>
            <p:spPr>
              <a:xfrm>
                <a:off x="2755893" y="1988843"/>
                <a:ext cx="2700000" cy="3559252"/>
              </a:xfrm>
              <a:custGeom>
                <a:avLst/>
                <a:gdLst/>
                <a:ahLst/>
                <a:cxnLst/>
                <a:rect l="l" t="t" r="r" b="b"/>
                <a:pathLst>
                  <a:path w="2700000" h="3559247">
                    <a:moveTo>
                      <a:pt x="192618" y="0"/>
                    </a:moveTo>
                    <a:lnTo>
                      <a:pt x="2507382" y="0"/>
                    </a:lnTo>
                    <a:cubicBezTo>
                      <a:pt x="2613762" y="0"/>
                      <a:pt x="2700000" y="86238"/>
                      <a:pt x="2700000" y="192618"/>
                    </a:cubicBezTo>
                    <a:lnTo>
                      <a:pt x="2700000" y="3370961"/>
                    </a:lnTo>
                    <a:cubicBezTo>
                      <a:pt x="2700000" y="3463556"/>
                      <a:pt x="2634665" y="3540891"/>
                      <a:pt x="2547552" y="3559247"/>
                    </a:cubicBezTo>
                    <a:lnTo>
                      <a:pt x="0" y="3067241"/>
                    </a:lnTo>
                    <a:lnTo>
                      <a:pt x="0" y="192618"/>
                    </a:lnTo>
                    <a:cubicBezTo>
                      <a:pt x="0" y="86238"/>
                      <a:pt x="86238" y="0"/>
                      <a:pt x="192618" y="0"/>
                    </a:cubicBezTo>
                    <a:close/>
                  </a:path>
                </a:pathLst>
              </a:custGeom>
              <a:pattFill prst="pct10">
                <a:fgClr>
                  <a:srgbClr val="BC8F00"/>
                </a:fgClr>
                <a:bgClr>
                  <a:srgbClr val="E7A521"/>
                </a:bgClr>
              </a:pattFill>
              <a:ln w="25400" cap="flat" cmpd="sng" algn="ctr">
                <a:noFill/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宋体"/>
                  <a:cs typeface="+mn-cs"/>
                </a:endParaRPr>
              </a:p>
            </p:txBody>
          </p:sp>
          <p:sp>
            <p:nvSpPr>
              <p:cNvPr id="67" name="梯形 4"/>
              <p:cNvSpPr/>
              <p:nvPr/>
            </p:nvSpPr>
            <p:spPr>
              <a:xfrm rot="772283">
                <a:off x="2695491" y="4709891"/>
                <a:ext cx="2671501" cy="762374"/>
              </a:xfrm>
              <a:custGeom>
                <a:avLst/>
                <a:gdLst>
                  <a:gd name="connsiteX0" fmla="*/ 0 w 2700000"/>
                  <a:gd name="connsiteY0" fmla="*/ 648072 h 648072"/>
                  <a:gd name="connsiteX1" fmla="*/ 162018 w 2700000"/>
                  <a:gd name="connsiteY1" fmla="*/ 0 h 648072"/>
                  <a:gd name="connsiteX2" fmla="*/ 2537982 w 2700000"/>
                  <a:gd name="connsiteY2" fmla="*/ 0 h 648072"/>
                  <a:gd name="connsiteX3" fmla="*/ 2700000 w 2700000"/>
                  <a:gd name="connsiteY3" fmla="*/ 648072 h 648072"/>
                  <a:gd name="connsiteX4" fmla="*/ 0 w 2700000"/>
                  <a:gd name="connsiteY4" fmla="*/ 648072 h 648072"/>
                  <a:gd name="connsiteX0" fmla="*/ 0 w 2700000"/>
                  <a:gd name="connsiteY0" fmla="*/ 648072 h 648072"/>
                  <a:gd name="connsiteX1" fmla="*/ 47718 w 2700000"/>
                  <a:gd name="connsiteY1" fmla="*/ 330200 h 648072"/>
                  <a:gd name="connsiteX2" fmla="*/ 2537982 w 2700000"/>
                  <a:gd name="connsiteY2" fmla="*/ 0 h 648072"/>
                  <a:gd name="connsiteX3" fmla="*/ 2700000 w 2700000"/>
                  <a:gd name="connsiteY3" fmla="*/ 648072 h 648072"/>
                  <a:gd name="connsiteX4" fmla="*/ 0 w 2700000"/>
                  <a:gd name="connsiteY4" fmla="*/ 648072 h 648072"/>
                  <a:gd name="connsiteX0" fmla="*/ 0 w 2700000"/>
                  <a:gd name="connsiteY0" fmla="*/ 724272 h 724272"/>
                  <a:gd name="connsiteX1" fmla="*/ 47718 w 2700000"/>
                  <a:gd name="connsiteY1" fmla="*/ 406400 h 724272"/>
                  <a:gd name="connsiteX2" fmla="*/ 2042682 w 2700000"/>
                  <a:gd name="connsiteY2" fmla="*/ 0 h 724272"/>
                  <a:gd name="connsiteX3" fmla="*/ 2700000 w 2700000"/>
                  <a:gd name="connsiteY3" fmla="*/ 724272 h 724272"/>
                  <a:gd name="connsiteX4" fmla="*/ 0 w 2700000"/>
                  <a:gd name="connsiteY4" fmla="*/ 724272 h 724272"/>
                  <a:gd name="connsiteX0" fmla="*/ 0 w 2585700"/>
                  <a:gd name="connsiteY0" fmla="*/ 724272 h 724272"/>
                  <a:gd name="connsiteX1" fmla="*/ 47718 w 2585700"/>
                  <a:gd name="connsiteY1" fmla="*/ 406400 h 724272"/>
                  <a:gd name="connsiteX2" fmla="*/ 2042682 w 2585700"/>
                  <a:gd name="connsiteY2" fmla="*/ 0 h 724272"/>
                  <a:gd name="connsiteX3" fmla="*/ 2585700 w 2585700"/>
                  <a:gd name="connsiteY3" fmla="*/ 584572 h 724272"/>
                  <a:gd name="connsiteX4" fmla="*/ 0 w 2585700"/>
                  <a:gd name="connsiteY4" fmla="*/ 724272 h 724272"/>
                  <a:gd name="connsiteX0" fmla="*/ 0 w 2623800"/>
                  <a:gd name="connsiteY0" fmla="*/ 724272 h 724272"/>
                  <a:gd name="connsiteX1" fmla="*/ 47718 w 2623800"/>
                  <a:gd name="connsiteY1" fmla="*/ 406400 h 724272"/>
                  <a:gd name="connsiteX2" fmla="*/ 2042682 w 2623800"/>
                  <a:gd name="connsiteY2" fmla="*/ 0 h 724272"/>
                  <a:gd name="connsiteX3" fmla="*/ 2623800 w 2623800"/>
                  <a:gd name="connsiteY3" fmla="*/ 622672 h 724272"/>
                  <a:gd name="connsiteX4" fmla="*/ 0 w 2623800"/>
                  <a:gd name="connsiteY4" fmla="*/ 724272 h 724272"/>
                  <a:gd name="connsiteX0" fmla="*/ 0 w 2623800"/>
                  <a:gd name="connsiteY0" fmla="*/ 724272 h 724272"/>
                  <a:gd name="connsiteX1" fmla="*/ 47718 w 2623800"/>
                  <a:gd name="connsiteY1" fmla="*/ 469900 h 724272"/>
                  <a:gd name="connsiteX2" fmla="*/ 2042682 w 2623800"/>
                  <a:gd name="connsiteY2" fmla="*/ 0 h 724272"/>
                  <a:gd name="connsiteX3" fmla="*/ 2623800 w 2623800"/>
                  <a:gd name="connsiteY3" fmla="*/ 622672 h 724272"/>
                  <a:gd name="connsiteX4" fmla="*/ 0 w 2623800"/>
                  <a:gd name="connsiteY4" fmla="*/ 724272 h 724272"/>
                  <a:gd name="connsiteX0" fmla="*/ 268877 w 2892677"/>
                  <a:gd name="connsiteY0" fmla="*/ 725509 h 725509"/>
                  <a:gd name="connsiteX1" fmla="*/ 316595 w 2892677"/>
                  <a:gd name="connsiteY1" fmla="*/ 471137 h 725509"/>
                  <a:gd name="connsiteX2" fmla="*/ 2311559 w 2892677"/>
                  <a:gd name="connsiteY2" fmla="*/ 1237 h 725509"/>
                  <a:gd name="connsiteX3" fmla="*/ 2892677 w 2892677"/>
                  <a:gd name="connsiteY3" fmla="*/ 623909 h 725509"/>
                  <a:gd name="connsiteX4" fmla="*/ 268877 w 2892677"/>
                  <a:gd name="connsiteY4" fmla="*/ 725509 h 725509"/>
                  <a:gd name="connsiteX0" fmla="*/ 186517 w 2810317"/>
                  <a:gd name="connsiteY0" fmla="*/ 725284 h 725284"/>
                  <a:gd name="connsiteX1" fmla="*/ 234235 w 2810317"/>
                  <a:gd name="connsiteY1" fmla="*/ 470912 h 725284"/>
                  <a:gd name="connsiteX2" fmla="*/ 2229199 w 2810317"/>
                  <a:gd name="connsiteY2" fmla="*/ 1012 h 725284"/>
                  <a:gd name="connsiteX3" fmla="*/ 2810317 w 2810317"/>
                  <a:gd name="connsiteY3" fmla="*/ 623684 h 725284"/>
                  <a:gd name="connsiteX4" fmla="*/ 186517 w 2810317"/>
                  <a:gd name="connsiteY4" fmla="*/ 725284 h 725284"/>
                  <a:gd name="connsiteX0" fmla="*/ 226692 w 2850492"/>
                  <a:gd name="connsiteY0" fmla="*/ 725509 h 725509"/>
                  <a:gd name="connsiteX1" fmla="*/ 274410 w 2850492"/>
                  <a:gd name="connsiteY1" fmla="*/ 471137 h 725509"/>
                  <a:gd name="connsiteX2" fmla="*/ 2269374 w 2850492"/>
                  <a:gd name="connsiteY2" fmla="*/ 1237 h 725509"/>
                  <a:gd name="connsiteX3" fmla="*/ 2850492 w 2850492"/>
                  <a:gd name="connsiteY3" fmla="*/ 623909 h 725509"/>
                  <a:gd name="connsiteX4" fmla="*/ 226692 w 2850492"/>
                  <a:gd name="connsiteY4" fmla="*/ 725509 h 725509"/>
                  <a:gd name="connsiteX0" fmla="*/ 88614 w 2712414"/>
                  <a:gd name="connsiteY0" fmla="*/ 725509 h 725509"/>
                  <a:gd name="connsiteX1" fmla="*/ 136332 w 2712414"/>
                  <a:gd name="connsiteY1" fmla="*/ 471137 h 725509"/>
                  <a:gd name="connsiteX2" fmla="*/ 2131296 w 2712414"/>
                  <a:gd name="connsiteY2" fmla="*/ 1237 h 725509"/>
                  <a:gd name="connsiteX3" fmla="*/ 2712414 w 2712414"/>
                  <a:gd name="connsiteY3" fmla="*/ 623909 h 725509"/>
                  <a:gd name="connsiteX4" fmla="*/ 88614 w 2712414"/>
                  <a:gd name="connsiteY4" fmla="*/ 725509 h 725509"/>
                  <a:gd name="connsiteX0" fmla="*/ 88614 w 2712414"/>
                  <a:gd name="connsiteY0" fmla="*/ 770169 h 770169"/>
                  <a:gd name="connsiteX1" fmla="*/ 136332 w 2712414"/>
                  <a:gd name="connsiteY1" fmla="*/ 515797 h 770169"/>
                  <a:gd name="connsiteX2" fmla="*/ 2131296 w 2712414"/>
                  <a:gd name="connsiteY2" fmla="*/ 45897 h 770169"/>
                  <a:gd name="connsiteX3" fmla="*/ 2712414 w 2712414"/>
                  <a:gd name="connsiteY3" fmla="*/ 668569 h 770169"/>
                  <a:gd name="connsiteX4" fmla="*/ 88614 w 2712414"/>
                  <a:gd name="connsiteY4" fmla="*/ 770169 h 770169"/>
                  <a:gd name="connsiteX0" fmla="*/ 125767 w 2749567"/>
                  <a:gd name="connsiteY0" fmla="*/ 746188 h 746188"/>
                  <a:gd name="connsiteX1" fmla="*/ 173485 w 2749567"/>
                  <a:gd name="connsiteY1" fmla="*/ 491816 h 746188"/>
                  <a:gd name="connsiteX2" fmla="*/ 1889049 w 2749567"/>
                  <a:gd name="connsiteY2" fmla="*/ 47316 h 746188"/>
                  <a:gd name="connsiteX3" fmla="*/ 2749567 w 2749567"/>
                  <a:gd name="connsiteY3" fmla="*/ 644588 h 746188"/>
                  <a:gd name="connsiteX4" fmla="*/ 125767 w 2749567"/>
                  <a:gd name="connsiteY4" fmla="*/ 746188 h 746188"/>
                  <a:gd name="connsiteX0" fmla="*/ 125767 w 2749567"/>
                  <a:gd name="connsiteY0" fmla="*/ 823690 h 823690"/>
                  <a:gd name="connsiteX1" fmla="*/ 173485 w 2749567"/>
                  <a:gd name="connsiteY1" fmla="*/ 569318 h 823690"/>
                  <a:gd name="connsiteX2" fmla="*/ 1889049 w 2749567"/>
                  <a:gd name="connsiteY2" fmla="*/ 124818 h 823690"/>
                  <a:gd name="connsiteX3" fmla="*/ 2749567 w 2749567"/>
                  <a:gd name="connsiteY3" fmla="*/ 722090 h 823690"/>
                  <a:gd name="connsiteX4" fmla="*/ 125767 w 2749567"/>
                  <a:gd name="connsiteY4" fmla="*/ 823690 h 823690"/>
                  <a:gd name="connsiteX0" fmla="*/ 125767 w 2749567"/>
                  <a:gd name="connsiteY0" fmla="*/ 743344 h 743344"/>
                  <a:gd name="connsiteX1" fmla="*/ 173485 w 2749567"/>
                  <a:gd name="connsiteY1" fmla="*/ 488972 h 743344"/>
                  <a:gd name="connsiteX2" fmla="*/ 1889049 w 2749567"/>
                  <a:gd name="connsiteY2" fmla="*/ 44472 h 743344"/>
                  <a:gd name="connsiteX3" fmla="*/ 2749567 w 2749567"/>
                  <a:gd name="connsiteY3" fmla="*/ 641744 h 743344"/>
                  <a:gd name="connsiteX4" fmla="*/ 125767 w 2749567"/>
                  <a:gd name="connsiteY4" fmla="*/ 743344 h 743344"/>
                  <a:gd name="connsiteX0" fmla="*/ 125767 w 2774967"/>
                  <a:gd name="connsiteY0" fmla="*/ 699221 h 699221"/>
                  <a:gd name="connsiteX1" fmla="*/ 173485 w 2774967"/>
                  <a:gd name="connsiteY1" fmla="*/ 444849 h 699221"/>
                  <a:gd name="connsiteX2" fmla="*/ 1889049 w 2774967"/>
                  <a:gd name="connsiteY2" fmla="*/ 349 h 699221"/>
                  <a:gd name="connsiteX3" fmla="*/ 2774967 w 2774967"/>
                  <a:gd name="connsiteY3" fmla="*/ 521421 h 699221"/>
                  <a:gd name="connsiteX4" fmla="*/ 125767 w 2774967"/>
                  <a:gd name="connsiteY4" fmla="*/ 699221 h 699221"/>
                  <a:gd name="connsiteX0" fmla="*/ 125767 w 2774967"/>
                  <a:gd name="connsiteY0" fmla="*/ 699221 h 699221"/>
                  <a:gd name="connsiteX1" fmla="*/ 173485 w 2774967"/>
                  <a:gd name="connsiteY1" fmla="*/ 444849 h 699221"/>
                  <a:gd name="connsiteX2" fmla="*/ 1889049 w 2774967"/>
                  <a:gd name="connsiteY2" fmla="*/ 349 h 699221"/>
                  <a:gd name="connsiteX3" fmla="*/ 2774967 w 2774967"/>
                  <a:gd name="connsiteY3" fmla="*/ 521421 h 699221"/>
                  <a:gd name="connsiteX4" fmla="*/ 125767 w 2774967"/>
                  <a:gd name="connsiteY4" fmla="*/ 699221 h 699221"/>
                  <a:gd name="connsiteX0" fmla="*/ 125767 w 2736867"/>
                  <a:gd name="connsiteY0" fmla="*/ 699630 h 699630"/>
                  <a:gd name="connsiteX1" fmla="*/ 173485 w 2736867"/>
                  <a:gd name="connsiteY1" fmla="*/ 445258 h 699630"/>
                  <a:gd name="connsiteX2" fmla="*/ 1889049 w 2736867"/>
                  <a:gd name="connsiteY2" fmla="*/ 758 h 699630"/>
                  <a:gd name="connsiteX3" fmla="*/ 2736867 w 2736867"/>
                  <a:gd name="connsiteY3" fmla="*/ 559930 h 699630"/>
                  <a:gd name="connsiteX4" fmla="*/ 125767 w 2736867"/>
                  <a:gd name="connsiteY4" fmla="*/ 699630 h 699630"/>
                  <a:gd name="connsiteX0" fmla="*/ 146546 w 2719546"/>
                  <a:gd name="connsiteY0" fmla="*/ 699630 h 699630"/>
                  <a:gd name="connsiteX1" fmla="*/ 156164 w 2719546"/>
                  <a:gd name="connsiteY1" fmla="*/ 445258 h 699630"/>
                  <a:gd name="connsiteX2" fmla="*/ 1871728 w 2719546"/>
                  <a:gd name="connsiteY2" fmla="*/ 758 h 699630"/>
                  <a:gd name="connsiteX3" fmla="*/ 2719546 w 2719546"/>
                  <a:gd name="connsiteY3" fmla="*/ 559930 h 699630"/>
                  <a:gd name="connsiteX4" fmla="*/ 146546 w 2719546"/>
                  <a:gd name="connsiteY4" fmla="*/ 699630 h 699630"/>
                  <a:gd name="connsiteX0" fmla="*/ 146546 w 2719546"/>
                  <a:gd name="connsiteY0" fmla="*/ 699630 h 699630"/>
                  <a:gd name="connsiteX1" fmla="*/ 156164 w 2719546"/>
                  <a:gd name="connsiteY1" fmla="*/ 445258 h 699630"/>
                  <a:gd name="connsiteX2" fmla="*/ 1871728 w 2719546"/>
                  <a:gd name="connsiteY2" fmla="*/ 758 h 699630"/>
                  <a:gd name="connsiteX3" fmla="*/ 2719546 w 2719546"/>
                  <a:gd name="connsiteY3" fmla="*/ 559930 h 699630"/>
                  <a:gd name="connsiteX4" fmla="*/ 146546 w 2719546"/>
                  <a:gd name="connsiteY4" fmla="*/ 699630 h 699630"/>
                  <a:gd name="connsiteX0" fmla="*/ 294116 w 2651216"/>
                  <a:gd name="connsiteY0" fmla="*/ 737744 h 737744"/>
                  <a:gd name="connsiteX1" fmla="*/ 87834 w 2651216"/>
                  <a:gd name="connsiteY1" fmla="*/ 445272 h 737744"/>
                  <a:gd name="connsiteX2" fmla="*/ 1803398 w 2651216"/>
                  <a:gd name="connsiteY2" fmla="*/ 772 h 737744"/>
                  <a:gd name="connsiteX3" fmla="*/ 2651216 w 2651216"/>
                  <a:gd name="connsiteY3" fmla="*/ 559944 h 737744"/>
                  <a:gd name="connsiteX4" fmla="*/ 294116 w 2651216"/>
                  <a:gd name="connsiteY4" fmla="*/ 737744 h 737744"/>
                  <a:gd name="connsiteX0" fmla="*/ 294116 w 2651216"/>
                  <a:gd name="connsiteY0" fmla="*/ 737744 h 737744"/>
                  <a:gd name="connsiteX1" fmla="*/ 87834 w 2651216"/>
                  <a:gd name="connsiteY1" fmla="*/ 445272 h 737744"/>
                  <a:gd name="connsiteX2" fmla="*/ 1803398 w 2651216"/>
                  <a:gd name="connsiteY2" fmla="*/ 772 h 737744"/>
                  <a:gd name="connsiteX3" fmla="*/ 2651216 w 2651216"/>
                  <a:gd name="connsiteY3" fmla="*/ 559944 h 737744"/>
                  <a:gd name="connsiteX4" fmla="*/ 294116 w 2651216"/>
                  <a:gd name="connsiteY4" fmla="*/ 737744 h 737744"/>
                  <a:gd name="connsiteX0" fmla="*/ 304859 w 2661959"/>
                  <a:gd name="connsiteY0" fmla="*/ 736973 h 736973"/>
                  <a:gd name="connsiteX1" fmla="*/ 85877 w 2661959"/>
                  <a:gd name="connsiteY1" fmla="*/ 558801 h 736973"/>
                  <a:gd name="connsiteX2" fmla="*/ 1814141 w 2661959"/>
                  <a:gd name="connsiteY2" fmla="*/ 1 h 736973"/>
                  <a:gd name="connsiteX3" fmla="*/ 2661959 w 2661959"/>
                  <a:gd name="connsiteY3" fmla="*/ 559173 h 736973"/>
                  <a:gd name="connsiteX4" fmla="*/ 304859 w 2661959"/>
                  <a:gd name="connsiteY4" fmla="*/ 736973 h 736973"/>
                  <a:gd name="connsiteX0" fmla="*/ 202918 w 2699718"/>
                  <a:gd name="connsiteY0" fmla="*/ 762373 h 762373"/>
                  <a:gd name="connsiteX1" fmla="*/ 123636 w 2699718"/>
                  <a:gd name="connsiteY1" fmla="*/ 558801 h 762373"/>
                  <a:gd name="connsiteX2" fmla="*/ 1851900 w 2699718"/>
                  <a:gd name="connsiteY2" fmla="*/ 1 h 762373"/>
                  <a:gd name="connsiteX3" fmla="*/ 2699718 w 2699718"/>
                  <a:gd name="connsiteY3" fmla="*/ 559173 h 762373"/>
                  <a:gd name="connsiteX4" fmla="*/ 202918 w 2699718"/>
                  <a:gd name="connsiteY4" fmla="*/ 762373 h 762373"/>
                  <a:gd name="connsiteX0" fmla="*/ 174700 w 2671500"/>
                  <a:gd name="connsiteY0" fmla="*/ 762373 h 762373"/>
                  <a:gd name="connsiteX1" fmla="*/ 95418 w 2671500"/>
                  <a:gd name="connsiteY1" fmla="*/ 558801 h 762373"/>
                  <a:gd name="connsiteX2" fmla="*/ 1823682 w 2671500"/>
                  <a:gd name="connsiteY2" fmla="*/ 1 h 762373"/>
                  <a:gd name="connsiteX3" fmla="*/ 2671500 w 2671500"/>
                  <a:gd name="connsiteY3" fmla="*/ 559173 h 762373"/>
                  <a:gd name="connsiteX4" fmla="*/ 174700 w 2671500"/>
                  <a:gd name="connsiteY4" fmla="*/ 762373 h 7623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71500" h="762373">
                    <a:moveTo>
                      <a:pt x="174700" y="762373"/>
                    </a:moveTo>
                    <a:cubicBezTo>
                      <a:pt x="75553" y="736911"/>
                      <a:pt x="-115912" y="647763"/>
                      <a:pt x="95418" y="558801"/>
                    </a:cubicBezTo>
                    <a:cubicBezTo>
                      <a:pt x="306748" y="469839"/>
                      <a:pt x="1394335" y="-61"/>
                      <a:pt x="1823682" y="1"/>
                    </a:cubicBezTo>
                    <a:cubicBezTo>
                      <a:pt x="2253029" y="63"/>
                      <a:pt x="2384661" y="360082"/>
                      <a:pt x="2671500" y="559173"/>
                    </a:cubicBezTo>
                    <a:cubicBezTo>
                      <a:pt x="2017033" y="567640"/>
                      <a:pt x="1159367" y="576106"/>
                      <a:pt x="174700" y="762373"/>
                    </a:cubicBezTo>
                    <a:close/>
                  </a:path>
                </a:pathLst>
              </a:custGeom>
              <a:gradFill flip="none" rotWithShape="1">
                <a:gsLst>
                  <a:gs pos="89000">
                    <a:srgbClr val="9A9A9A"/>
                  </a:gs>
                  <a:gs pos="50000">
                    <a:srgbClr val="A1A1A1"/>
                  </a:gs>
                  <a:gs pos="59000">
                    <a:srgbClr val="9D9D9D"/>
                  </a:gs>
                  <a:gs pos="30000">
                    <a:srgbClr val="6D6D6D"/>
                  </a:gs>
                  <a:gs pos="67000">
                    <a:sysClr val="window" lastClr="FFFFFF">
                      <a:lumMod val="85000"/>
                    </a:sysClr>
                  </a:gs>
                  <a:gs pos="39000">
                    <a:sysClr val="window" lastClr="FFFFFF">
                      <a:lumMod val="85000"/>
                    </a:sysClr>
                  </a:gs>
                  <a:gs pos="27000">
                    <a:sysClr val="window" lastClr="FFFFFF">
                      <a:lumMod val="65000"/>
                      <a:shade val="67500"/>
                      <a:satMod val="115000"/>
                    </a:sysClr>
                  </a:gs>
                  <a:gs pos="100000">
                    <a:sysClr val="window" lastClr="FFFFFF">
                      <a:lumMod val="65000"/>
                      <a:shade val="100000"/>
                      <a:satMod val="115000"/>
                    </a:sysClr>
                  </a:gs>
                </a:gsLst>
                <a:lin ang="4800000" scaled="0"/>
                <a:tileRect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宋体"/>
                  <a:cs typeface="+mn-cs"/>
                </a:endParaRPr>
              </a:p>
            </p:txBody>
          </p:sp>
          <p:grpSp>
            <p:nvGrpSpPr>
              <p:cNvPr id="68" name="组合 67"/>
              <p:cNvGrpSpPr/>
              <p:nvPr/>
            </p:nvGrpSpPr>
            <p:grpSpPr>
              <a:xfrm>
                <a:off x="3110473" y="2204868"/>
                <a:ext cx="165383" cy="206896"/>
                <a:chOff x="2987824" y="2204864"/>
                <a:chExt cx="288032" cy="360330"/>
              </a:xfrm>
            </p:grpSpPr>
            <p:sp>
              <p:nvSpPr>
                <p:cNvPr id="90" name="椭圆 89"/>
                <p:cNvSpPr/>
                <p:nvPr/>
              </p:nvSpPr>
              <p:spPr>
                <a:xfrm>
                  <a:off x="2987824" y="2204864"/>
                  <a:ext cx="288032" cy="288032"/>
                </a:xfrm>
                <a:prstGeom prst="ellipse">
                  <a:avLst/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宋体"/>
                    <a:cs typeface="+mn-cs"/>
                  </a:endParaRPr>
                </a:p>
              </p:txBody>
            </p:sp>
            <p:sp>
              <p:nvSpPr>
                <p:cNvPr id="91" name="椭圆 90"/>
                <p:cNvSpPr/>
                <p:nvPr/>
              </p:nvSpPr>
              <p:spPr>
                <a:xfrm>
                  <a:off x="2987824" y="2277163"/>
                  <a:ext cx="288032" cy="288031"/>
                </a:xfrm>
                <a:prstGeom prst="ellipse">
                  <a:avLst/>
                </a:prstGeom>
                <a:solidFill>
                  <a:sysClr val="windowText" lastClr="000000">
                    <a:lumMod val="85000"/>
                    <a:lumOff val="15000"/>
                  </a:sysClr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宋体"/>
                    <a:cs typeface="+mn-cs"/>
                  </a:endParaRPr>
                </a:p>
              </p:txBody>
            </p:sp>
          </p:grpSp>
          <p:grpSp>
            <p:nvGrpSpPr>
              <p:cNvPr id="69" name="组合 68"/>
              <p:cNvGrpSpPr/>
              <p:nvPr/>
            </p:nvGrpSpPr>
            <p:grpSpPr>
              <a:xfrm>
                <a:off x="3491879" y="2204868"/>
                <a:ext cx="165383" cy="206896"/>
                <a:chOff x="2987824" y="2204864"/>
                <a:chExt cx="288032" cy="360330"/>
              </a:xfrm>
            </p:grpSpPr>
            <p:sp>
              <p:nvSpPr>
                <p:cNvPr id="88" name="椭圆 87"/>
                <p:cNvSpPr/>
                <p:nvPr/>
              </p:nvSpPr>
              <p:spPr>
                <a:xfrm>
                  <a:off x="2987824" y="2204864"/>
                  <a:ext cx="288032" cy="288032"/>
                </a:xfrm>
                <a:prstGeom prst="ellipse">
                  <a:avLst/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宋体"/>
                    <a:cs typeface="+mn-cs"/>
                  </a:endParaRPr>
                </a:p>
              </p:txBody>
            </p:sp>
            <p:sp>
              <p:nvSpPr>
                <p:cNvPr id="89" name="椭圆 88"/>
                <p:cNvSpPr/>
                <p:nvPr/>
              </p:nvSpPr>
              <p:spPr>
                <a:xfrm>
                  <a:off x="2987824" y="2277163"/>
                  <a:ext cx="288032" cy="288031"/>
                </a:xfrm>
                <a:prstGeom prst="ellipse">
                  <a:avLst/>
                </a:prstGeom>
                <a:solidFill>
                  <a:sysClr val="windowText" lastClr="000000">
                    <a:lumMod val="85000"/>
                    <a:lumOff val="15000"/>
                  </a:sysClr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宋体"/>
                    <a:cs typeface="+mn-cs"/>
                  </a:endParaRPr>
                </a:p>
              </p:txBody>
            </p:sp>
          </p:grpSp>
          <p:grpSp>
            <p:nvGrpSpPr>
              <p:cNvPr id="70" name="组合 69"/>
              <p:cNvGrpSpPr/>
              <p:nvPr/>
            </p:nvGrpSpPr>
            <p:grpSpPr>
              <a:xfrm>
                <a:off x="3873286" y="2204868"/>
                <a:ext cx="165383" cy="206896"/>
                <a:chOff x="2987824" y="2204864"/>
                <a:chExt cx="288032" cy="360330"/>
              </a:xfrm>
            </p:grpSpPr>
            <p:sp>
              <p:nvSpPr>
                <p:cNvPr id="86" name="椭圆 85"/>
                <p:cNvSpPr/>
                <p:nvPr/>
              </p:nvSpPr>
              <p:spPr>
                <a:xfrm>
                  <a:off x="2987824" y="2204864"/>
                  <a:ext cx="288032" cy="288032"/>
                </a:xfrm>
                <a:prstGeom prst="ellipse">
                  <a:avLst/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宋体"/>
                    <a:cs typeface="+mn-cs"/>
                  </a:endParaRPr>
                </a:p>
              </p:txBody>
            </p:sp>
            <p:sp>
              <p:nvSpPr>
                <p:cNvPr id="87" name="椭圆 86"/>
                <p:cNvSpPr/>
                <p:nvPr/>
              </p:nvSpPr>
              <p:spPr>
                <a:xfrm>
                  <a:off x="2987824" y="2277163"/>
                  <a:ext cx="288032" cy="288031"/>
                </a:xfrm>
                <a:prstGeom prst="ellipse">
                  <a:avLst/>
                </a:prstGeom>
                <a:solidFill>
                  <a:sysClr val="windowText" lastClr="000000">
                    <a:lumMod val="85000"/>
                    <a:lumOff val="15000"/>
                  </a:sysClr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宋体"/>
                    <a:cs typeface="+mn-cs"/>
                  </a:endParaRPr>
                </a:p>
              </p:txBody>
            </p:sp>
          </p:grpSp>
          <p:grpSp>
            <p:nvGrpSpPr>
              <p:cNvPr id="71" name="组合 70"/>
              <p:cNvGrpSpPr/>
              <p:nvPr/>
            </p:nvGrpSpPr>
            <p:grpSpPr>
              <a:xfrm>
                <a:off x="4254694" y="2204869"/>
                <a:ext cx="165383" cy="206896"/>
                <a:chOff x="2987824" y="2204864"/>
                <a:chExt cx="288032" cy="360330"/>
              </a:xfrm>
            </p:grpSpPr>
            <p:sp>
              <p:nvSpPr>
                <p:cNvPr id="84" name="椭圆 83"/>
                <p:cNvSpPr/>
                <p:nvPr/>
              </p:nvSpPr>
              <p:spPr>
                <a:xfrm>
                  <a:off x="2987824" y="2204864"/>
                  <a:ext cx="288032" cy="288032"/>
                </a:xfrm>
                <a:prstGeom prst="ellipse">
                  <a:avLst/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宋体"/>
                    <a:cs typeface="+mn-cs"/>
                  </a:endParaRPr>
                </a:p>
              </p:txBody>
            </p:sp>
            <p:sp>
              <p:nvSpPr>
                <p:cNvPr id="85" name="椭圆 84"/>
                <p:cNvSpPr/>
                <p:nvPr/>
              </p:nvSpPr>
              <p:spPr>
                <a:xfrm>
                  <a:off x="2987824" y="2277163"/>
                  <a:ext cx="288032" cy="288031"/>
                </a:xfrm>
                <a:prstGeom prst="ellipse">
                  <a:avLst/>
                </a:prstGeom>
                <a:solidFill>
                  <a:sysClr val="windowText" lastClr="000000">
                    <a:lumMod val="85000"/>
                    <a:lumOff val="15000"/>
                  </a:sysClr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宋体"/>
                    <a:cs typeface="+mn-cs"/>
                  </a:endParaRPr>
                </a:p>
              </p:txBody>
            </p:sp>
          </p:grpSp>
          <p:grpSp>
            <p:nvGrpSpPr>
              <p:cNvPr id="72" name="组合 71"/>
              <p:cNvGrpSpPr/>
              <p:nvPr/>
            </p:nvGrpSpPr>
            <p:grpSpPr>
              <a:xfrm>
                <a:off x="4636100" y="2204868"/>
                <a:ext cx="165383" cy="206896"/>
                <a:chOff x="2987824" y="2204864"/>
                <a:chExt cx="288032" cy="360330"/>
              </a:xfrm>
            </p:grpSpPr>
            <p:sp>
              <p:nvSpPr>
                <p:cNvPr id="82" name="椭圆 81"/>
                <p:cNvSpPr/>
                <p:nvPr/>
              </p:nvSpPr>
              <p:spPr>
                <a:xfrm>
                  <a:off x="2987824" y="2204864"/>
                  <a:ext cx="288032" cy="288032"/>
                </a:xfrm>
                <a:prstGeom prst="ellipse">
                  <a:avLst/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宋体"/>
                    <a:cs typeface="+mn-cs"/>
                  </a:endParaRPr>
                </a:p>
              </p:txBody>
            </p:sp>
            <p:sp>
              <p:nvSpPr>
                <p:cNvPr id="83" name="椭圆 82"/>
                <p:cNvSpPr/>
                <p:nvPr/>
              </p:nvSpPr>
              <p:spPr>
                <a:xfrm>
                  <a:off x="2987824" y="2277163"/>
                  <a:ext cx="288032" cy="288031"/>
                </a:xfrm>
                <a:prstGeom prst="ellipse">
                  <a:avLst/>
                </a:prstGeom>
                <a:solidFill>
                  <a:sysClr val="windowText" lastClr="000000">
                    <a:lumMod val="85000"/>
                    <a:lumOff val="15000"/>
                  </a:sysClr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宋体"/>
                    <a:cs typeface="+mn-cs"/>
                  </a:endParaRPr>
                </a:p>
              </p:txBody>
            </p:sp>
          </p:grpSp>
          <p:grpSp>
            <p:nvGrpSpPr>
              <p:cNvPr id="73" name="组合 72"/>
              <p:cNvGrpSpPr/>
              <p:nvPr/>
            </p:nvGrpSpPr>
            <p:grpSpPr>
              <a:xfrm>
                <a:off x="5017508" y="2204866"/>
                <a:ext cx="165383" cy="206896"/>
                <a:chOff x="2987824" y="2204864"/>
                <a:chExt cx="288032" cy="360330"/>
              </a:xfrm>
            </p:grpSpPr>
            <p:sp>
              <p:nvSpPr>
                <p:cNvPr id="80" name="椭圆 79"/>
                <p:cNvSpPr/>
                <p:nvPr/>
              </p:nvSpPr>
              <p:spPr>
                <a:xfrm>
                  <a:off x="2987824" y="2204864"/>
                  <a:ext cx="288032" cy="288032"/>
                </a:xfrm>
                <a:prstGeom prst="ellipse">
                  <a:avLst/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宋体"/>
                    <a:cs typeface="+mn-cs"/>
                  </a:endParaRPr>
                </a:p>
              </p:txBody>
            </p:sp>
            <p:sp>
              <p:nvSpPr>
                <p:cNvPr id="81" name="椭圆 80"/>
                <p:cNvSpPr/>
                <p:nvPr/>
              </p:nvSpPr>
              <p:spPr>
                <a:xfrm>
                  <a:off x="2987824" y="2277163"/>
                  <a:ext cx="288032" cy="288031"/>
                </a:xfrm>
                <a:prstGeom prst="ellipse">
                  <a:avLst/>
                </a:prstGeom>
                <a:solidFill>
                  <a:sysClr val="windowText" lastClr="000000">
                    <a:lumMod val="85000"/>
                    <a:lumOff val="15000"/>
                  </a:sysClr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宋体"/>
                    <a:cs typeface="+mn-cs"/>
                  </a:endParaRPr>
                </a:p>
              </p:txBody>
            </p:sp>
          </p:grpSp>
          <p:sp>
            <p:nvSpPr>
              <p:cNvPr id="74" name="空心弧 73"/>
              <p:cNvSpPr/>
              <p:nvPr/>
            </p:nvSpPr>
            <p:spPr>
              <a:xfrm>
                <a:off x="4817784" y="1587862"/>
                <a:ext cx="456501" cy="798500"/>
              </a:xfrm>
              <a:prstGeom prst="blockArc">
                <a:avLst>
                  <a:gd name="adj1" fmla="val 10800000"/>
                  <a:gd name="adj2" fmla="val 4446489"/>
                  <a:gd name="adj3" fmla="val 10348"/>
                </a:avLst>
              </a:prstGeom>
              <a:solidFill>
                <a:sysClr val="windowText" lastClr="000000">
                  <a:lumMod val="95000"/>
                  <a:lumOff val="5000"/>
                </a:sysClr>
              </a:solidFill>
              <a:ln w="25400" cap="flat" cmpd="sng" algn="ctr">
                <a:noFill/>
                <a:prstDash val="solid"/>
              </a:ln>
              <a:effectLst>
                <a:outerShdw blurRad="149987" dist="250190" dir="8460000" algn="ctr">
                  <a:srgbClr val="000000">
                    <a:alpha val="28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contrasting" dir="t">
                  <a:rot lat="0" lon="0" rev="1500000"/>
                </a:lightRig>
              </a:scene3d>
              <a:sp3d prstMaterial="metal">
                <a:bevelT w="88900" h="88900"/>
              </a:sp3d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宋体"/>
                  <a:cs typeface="+mn-cs"/>
                </a:endParaRPr>
              </a:p>
            </p:txBody>
          </p:sp>
          <p:sp>
            <p:nvSpPr>
              <p:cNvPr id="75" name="空心弧 74"/>
              <p:cNvSpPr/>
              <p:nvPr/>
            </p:nvSpPr>
            <p:spPr>
              <a:xfrm>
                <a:off x="4411851" y="1590702"/>
                <a:ext cx="456501" cy="798500"/>
              </a:xfrm>
              <a:prstGeom prst="blockArc">
                <a:avLst>
                  <a:gd name="adj1" fmla="val 10800000"/>
                  <a:gd name="adj2" fmla="val 4446489"/>
                  <a:gd name="adj3" fmla="val 10348"/>
                </a:avLst>
              </a:prstGeom>
              <a:solidFill>
                <a:sysClr val="windowText" lastClr="000000">
                  <a:lumMod val="95000"/>
                  <a:lumOff val="5000"/>
                </a:sysClr>
              </a:solidFill>
              <a:ln w="25400" cap="flat" cmpd="sng" algn="ctr">
                <a:noFill/>
                <a:prstDash val="solid"/>
              </a:ln>
              <a:effectLst>
                <a:outerShdw blurRad="149987" dist="250190" dir="8460000" algn="ctr">
                  <a:srgbClr val="000000">
                    <a:alpha val="28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contrasting" dir="t">
                  <a:rot lat="0" lon="0" rev="1500000"/>
                </a:lightRig>
              </a:scene3d>
              <a:sp3d prstMaterial="metal">
                <a:bevelT w="88900" h="88900"/>
              </a:sp3d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宋体"/>
                  <a:cs typeface="+mn-cs"/>
                </a:endParaRPr>
              </a:p>
            </p:txBody>
          </p:sp>
          <p:sp>
            <p:nvSpPr>
              <p:cNvPr id="76" name="空心弧 75"/>
              <p:cNvSpPr/>
              <p:nvPr/>
            </p:nvSpPr>
            <p:spPr>
              <a:xfrm>
                <a:off x="3990373" y="1587862"/>
                <a:ext cx="456501" cy="798500"/>
              </a:xfrm>
              <a:prstGeom prst="blockArc">
                <a:avLst>
                  <a:gd name="adj1" fmla="val 10800000"/>
                  <a:gd name="adj2" fmla="val 4446489"/>
                  <a:gd name="adj3" fmla="val 10348"/>
                </a:avLst>
              </a:prstGeom>
              <a:solidFill>
                <a:sysClr val="windowText" lastClr="000000">
                  <a:lumMod val="95000"/>
                  <a:lumOff val="5000"/>
                </a:sysClr>
              </a:solidFill>
              <a:ln w="25400" cap="flat" cmpd="sng" algn="ctr">
                <a:noFill/>
                <a:prstDash val="solid"/>
              </a:ln>
              <a:effectLst>
                <a:outerShdw blurRad="149987" dist="250190" dir="8460000" algn="ctr">
                  <a:srgbClr val="000000">
                    <a:alpha val="28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contrasting" dir="t">
                  <a:rot lat="0" lon="0" rev="1500000"/>
                </a:lightRig>
              </a:scene3d>
              <a:sp3d prstMaterial="metal">
                <a:bevelT w="88900" h="88900"/>
              </a:sp3d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宋体"/>
                  <a:cs typeface="+mn-cs"/>
                </a:endParaRPr>
              </a:p>
            </p:txBody>
          </p:sp>
          <p:sp>
            <p:nvSpPr>
              <p:cNvPr id="77" name="空心弧 76"/>
              <p:cNvSpPr/>
              <p:nvPr/>
            </p:nvSpPr>
            <p:spPr>
              <a:xfrm>
                <a:off x="3713861" y="1590702"/>
                <a:ext cx="392034" cy="798500"/>
              </a:xfrm>
              <a:prstGeom prst="blockArc">
                <a:avLst>
                  <a:gd name="adj1" fmla="val 10800000"/>
                  <a:gd name="adj2" fmla="val 4446489"/>
                  <a:gd name="adj3" fmla="val 10348"/>
                </a:avLst>
              </a:prstGeom>
              <a:solidFill>
                <a:sysClr val="windowText" lastClr="000000">
                  <a:lumMod val="95000"/>
                  <a:lumOff val="5000"/>
                </a:sysClr>
              </a:solidFill>
              <a:ln w="25400" cap="flat" cmpd="sng" algn="ctr">
                <a:noFill/>
                <a:prstDash val="solid"/>
              </a:ln>
              <a:effectLst>
                <a:outerShdw blurRad="149987" dist="250190" dir="8460000" algn="ctr">
                  <a:srgbClr val="000000">
                    <a:alpha val="28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contrasting" dir="t">
                  <a:rot lat="0" lon="0" rev="1500000"/>
                </a:lightRig>
              </a:scene3d>
              <a:sp3d prstMaterial="metal">
                <a:bevelT w="88900" h="88900"/>
              </a:sp3d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宋体"/>
                  <a:cs typeface="+mn-cs"/>
                </a:endParaRPr>
              </a:p>
            </p:txBody>
          </p:sp>
          <p:sp>
            <p:nvSpPr>
              <p:cNvPr id="78" name="空心弧 77"/>
              <p:cNvSpPr/>
              <p:nvPr/>
            </p:nvSpPr>
            <p:spPr>
              <a:xfrm>
                <a:off x="3309921" y="1587862"/>
                <a:ext cx="456501" cy="798500"/>
              </a:xfrm>
              <a:prstGeom prst="blockArc">
                <a:avLst>
                  <a:gd name="adj1" fmla="val 10800000"/>
                  <a:gd name="adj2" fmla="val 4446489"/>
                  <a:gd name="adj3" fmla="val 10348"/>
                </a:avLst>
              </a:prstGeom>
              <a:solidFill>
                <a:sysClr val="windowText" lastClr="000000">
                  <a:lumMod val="95000"/>
                  <a:lumOff val="5000"/>
                </a:sysClr>
              </a:solidFill>
              <a:ln w="25400" cap="flat" cmpd="sng" algn="ctr">
                <a:noFill/>
                <a:prstDash val="solid"/>
              </a:ln>
              <a:effectLst>
                <a:outerShdw blurRad="149987" dist="250190" dir="8460000" algn="ctr">
                  <a:srgbClr val="000000">
                    <a:alpha val="28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contrasting" dir="t">
                  <a:rot lat="0" lon="0" rev="1500000"/>
                </a:lightRig>
              </a:scene3d>
              <a:sp3d prstMaterial="metal">
                <a:bevelT w="88900" h="88900"/>
              </a:sp3d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宋体"/>
                  <a:cs typeface="+mn-cs"/>
                </a:endParaRPr>
              </a:p>
            </p:txBody>
          </p:sp>
          <p:sp>
            <p:nvSpPr>
              <p:cNvPr id="79" name="空心弧 78"/>
              <p:cNvSpPr/>
              <p:nvPr/>
            </p:nvSpPr>
            <p:spPr>
              <a:xfrm>
                <a:off x="2873525" y="1603400"/>
                <a:ext cx="456501" cy="798500"/>
              </a:xfrm>
              <a:prstGeom prst="blockArc">
                <a:avLst>
                  <a:gd name="adj1" fmla="val 10800000"/>
                  <a:gd name="adj2" fmla="val 4446489"/>
                  <a:gd name="adj3" fmla="val 10348"/>
                </a:avLst>
              </a:prstGeom>
              <a:solidFill>
                <a:sysClr val="windowText" lastClr="000000">
                  <a:lumMod val="95000"/>
                  <a:lumOff val="5000"/>
                </a:sysClr>
              </a:solidFill>
              <a:ln w="25400" cap="flat" cmpd="sng" algn="ctr">
                <a:noFill/>
                <a:prstDash val="solid"/>
              </a:ln>
              <a:effectLst>
                <a:outerShdw blurRad="149987" dist="250190" dir="8460000" algn="ctr">
                  <a:srgbClr val="000000">
                    <a:alpha val="28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contrasting" dir="t">
                  <a:rot lat="0" lon="0" rev="1500000"/>
                </a:lightRig>
              </a:scene3d>
              <a:sp3d prstMaterial="metal">
                <a:bevelT w="88900" h="88900"/>
              </a:sp3d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宋体"/>
                  <a:cs typeface="+mn-cs"/>
                </a:endParaRPr>
              </a:p>
            </p:txBody>
          </p:sp>
        </p:grpSp>
        <p:sp>
          <p:nvSpPr>
            <p:cNvPr id="96" name="TextBox 95"/>
            <p:cNvSpPr txBox="1"/>
            <p:nvPr/>
          </p:nvSpPr>
          <p:spPr>
            <a:xfrm>
              <a:off x="6191337" y="1995702"/>
              <a:ext cx="1962902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marR="0" lvl="0" indent="0" algn="ct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None/>
                <a:tabLst/>
                <a:defRPr sz="4000" b="1" kern="0">
                  <a:ln w="18415" cmpd="sng">
                    <a:noFill/>
                    <a:prstDash val="solid"/>
                  </a:ln>
                  <a:solidFill>
                    <a:srgbClr val="31859B"/>
                  </a:solidFill>
                  <a:effectLst>
                    <a:outerShdw dist="25400" dir="5400000" algn="t" rotWithShape="0">
                      <a:prstClr val="black">
                        <a:alpha val="17000"/>
                      </a:prstClr>
                    </a:outerShdw>
                  </a:effectLst>
                  <a:latin typeface="Adidas Unity" pitchFamily="2" charset="0"/>
                  <a:ea typeface="微软雅黑" pitchFamily="34" charset="-122"/>
                </a:defRPr>
              </a:lvl1pPr>
            </a:lstStyle>
            <a:p>
              <a:r>
                <a:rPr lang="en-US" altLang="zh-CN" dirty="0"/>
                <a:t>3</a:t>
              </a:r>
              <a:endParaRPr lang="zh-CN" altLang="en-US" dirty="0"/>
            </a:p>
          </p:txBody>
        </p:sp>
        <p:sp>
          <p:nvSpPr>
            <p:cNvPr id="97" name="TextBox 96"/>
            <p:cNvSpPr txBox="1"/>
            <p:nvPr/>
          </p:nvSpPr>
          <p:spPr>
            <a:xfrm>
              <a:off x="6219625" y="2389573"/>
              <a:ext cx="2088232" cy="11182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2pPr marL="0" lvl="1">
                <a:lnSpc>
                  <a:spcPts val="2000"/>
                </a:lnSpc>
                <a:defRPr sz="12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defRPr>
              </a:lvl2pPr>
            </a:lstStyle>
            <a:p>
              <a:pPr lvl="1"/>
              <a:r>
                <a:rPr lang="zh-CN" altLang="en-US" dirty="0"/>
                <a:t>掌握</a:t>
              </a:r>
              <a:r>
                <a:rPr lang="en-US" altLang="zh-CN" dirty="0"/>
                <a:t>Java</a:t>
              </a:r>
              <a:r>
                <a:rPr lang="zh-CN" altLang="en-US" dirty="0"/>
                <a:t>语言程序设计中对象设计部分，特别是类、对象、继承、接口、包的知识和运用。</a:t>
              </a:r>
              <a:endParaRPr lang="en-US" altLang="zh-CN" dirty="0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5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250" fill="hold"/>
                                        <p:tgtEl>
                                          <p:spTgt spid="61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50" fill="hold"/>
                                        <p:tgtEl>
                                          <p:spTgt spid="61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250" fill="hold"/>
                                        <p:tgtEl>
                                          <p:spTgt spid="6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250" fill="hold"/>
                                        <p:tgtEl>
                                          <p:spTgt spid="6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750"/>
                            </p:stCondLst>
                            <p:childTnLst>
                              <p:par>
                                <p:cTn id="2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50"/>
                            </p:stCondLst>
                            <p:childTnLst>
                              <p:par>
                                <p:cTn id="2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6" grpId="0" animBg="1"/>
      <p:bldP spid="6147" grpId="0" animBg="1"/>
      <p:bldP spid="6161" grpId="0" bldLvl="0" autoUpdateAnimBg="0"/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Box 3"/>
          <p:cNvSpPr>
            <a:spLocks noChangeArrowheads="1"/>
          </p:cNvSpPr>
          <p:nvPr/>
        </p:nvSpPr>
        <p:spPr bwMode="auto">
          <a:xfrm>
            <a:off x="3574851" y="1991009"/>
            <a:ext cx="1261884" cy="523220"/>
          </a:xfrm>
          <a:prstGeom prst="rect">
            <a:avLst/>
          </a:prstGeom>
          <a:solidFill>
            <a:srgbClr val="E36C0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第二章</a:t>
            </a:r>
          </a:p>
        </p:txBody>
      </p:sp>
      <p:sp>
        <p:nvSpPr>
          <p:cNvPr id="5123" name="TextBox 4"/>
          <p:cNvSpPr>
            <a:spLocks noChangeArrowheads="1"/>
          </p:cNvSpPr>
          <p:nvPr/>
        </p:nvSpPr>
        <p:spPr bwMode="auto">
          <a:xfrm>
            <a:off x="3502491" y="2658896"/>
            <a:ext cx="279765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Calibri" panose="020F0502020204030204" pitchFamily="34" charset="0"/>
              </a:rPr>
              <a:t>可视化建模基础</a:t>
            </a:r>
          </a:p>
        </p:txBody>
      </p:sp>
      <p:sp>
        <p:nvSpPr>
          <p:cNvPr id="5124" name="TextBox 5"/>
          <p:cNvSpPr>
            <a:spLocks noChangeArrowheads="1"/>
          </p:cNvSpPr>
          <p:nvPr/>
        </p:nvSpPr>
        <p:spPr bwMode="auto">
          <a:xfrm>
            <a:off x="2499717" y="1975869"/>
            <a:ext cx="841897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8000" b="1" dirty="0">
                <a:solidFill>
                  <a:srgbClr val="FFFFFF"/>
                </a:solidFill>
                <a:latin typeface="Kozuka Mincho Pr6N H" pitchFamily="2" charset="-128"/>
                <a:ea typeface="Kozuka Mincho Pr6N H" pitchFamily="2" charset="-128"/>
                <a:sym typeface="Kozuka Mincho Pr6N H" pitchFamily="2" charset="-128"/>
              </a:rPr>
              <a:t>2</a:t>
            </a:r>
            <a:endParaRPr lang="zh-CN" altLang="en-US" sz="8000" b="1" dirty="0">
              <a:solidFill>
                <a:srgbClr val="FFFFFF"/>
              </a:solidFill>
              <a:latin typeface="Kozuka Mincho Pr6N H" pitchFamily="2" charset="-128"/>
              <a:ea typeface="Kozuka Mincho Pr6N H" pitchFamily="2" charset="-128"/>
              <a:sym typeface="Kozuka Mincho Pr6N H" pitchFamily="2" charset="-128"/>
            </a:endParaRPr>
          </a:p>
        </p:txBody>
      </p:sp>
      <p:sp>
        <p:nvSpPr>
          <p:cNvPr id="5125" name="直接连接符 6"/>
          <p:cNvSpPr>
            <a:spLocks noChangeShapeType="1"/>
          </p:cNvSpPr>
          <p:nvPr/>
        </p:nvSpPr>
        <p:spPr bwMode="auto">
          <a:xfrm>
            <a:off x="2455412" y="3167064"/>
            <a:ext cx="3844732" cy="0"/>
          </a:xfrm>
          <a:prstGeom prst="line">
            <a:avLst/>
          </a:prstGeom>
          <a:noFill/>
          <a:ln w="9525" cap="flat" cmpd="sng">
            <a:solidFill>
              <a:schemeClr val="bg1"/>
            </a:solidFill>
            <a:prstDash val="sysDot"/>
            <a:bevel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6" name="直接连接符 7"/>
          <p:cNvSpPr>
            <a:spLocks noChangeShapeType="1"/>
          </p:cNvSpPr>
          <p:nvPr/>
        </p:nvSpPr>
        <p:spPr bwMode="auto">
          <a:xfrm>
            <a:off x="2455412" y="1923696"/>
            <a:ext cx="3844732" cy="0"/>
          </a:xfrm>
          <a:prstGeom prst="line">
            <a:avLst/>
          </a:prstGeom>
          <a:noFill/>
          <a:ln w="9525" cap="flat" cmpd="sng">
            <a:solidFill>
              <a:schemeClr val="bg1"/>
            </a:solidFill>
            <a:prstDash val="sysDot"/>
            <a:bevel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4547410"/>
      </p:ext>
    </p:extLst>
  </p:cSld>
  <p:clrMapOvr>
    <a:masterClrMapping/>
  </p:clrMapOvr>
  <p:transition spd="slow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250"/>
                                        <p:tgtEl>
                                          <p:spTgt spid="51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5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5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12" dur="250"/>
                                        <p:tgtEl>
                                          <p:spTgt spid="51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250" fill="hold"/>
                                        <p:tgtEl>
                                          <p:spTgt spid="5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5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250"/>
                            </p:stCondLst>
                            <p:childTnLst>
                              <p:par>
                                <p:cTn id="1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250" fill="hold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250" fill="hold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25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25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2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250" fill="hold"/>
                                        <p:tgtEl>
                                          <p:spTgt spid="5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250" fill="hold"/>
                                        <p:tgtEl>
                                          <p:spTgt spid="5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1" dur="250"/>
                                        <p:tgtEl>
                                          <p:spTgt spid="5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250"/>
                                        <p:tgtEl>
                                          <p:spTgt spid="5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5" dur="250"/>
                                        <p:tgtEl>
                                          <p:spTgt spid="5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250"/>
                                        <p:tgtEl>
                                          <p:spTgt spid="5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50"/>
                            </p:stCondLst>
                            <p:childTnLst>
                              <p:par>
                                <p:cTn id="39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0" dur="250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250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4" dur="250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250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 calcmode="lin" valueType="num">
                                      <p:cBhvr additive="base">
                                        <p:cTn id="48" dur="250"/>
                                        <p:tgtEl>
                                          <p:spTgt spid="5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250"/>
                                        <p:tgtEl>
                                          <p:spTgt spid="5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2" grpId="0" animBg="1"/>
      <p:bldP spid="5122" grpId="1" animBg="1"/>
      <p:bldP spid="5123" grpId="0"/>
      <p:bldP spid="5123" grpId="1"/>
      <p:bldP spid="5124" grpId="0"/>
      <p:bldP spid="5124" grpId="1"/>
      <p:bldP spid="5125" grpId="0" animBg="1"/>
      <p:bldP spid="5125" grpId="1" animBg="1"/>
      <p:bldP spid="5126" grpId="0" animBg="1"/>
      <p:bldP spid="5126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矩形 6"/>
          <p:cNvSpPr>
            <a:spLocks noChangeArrowheads="1"/>
          </p:cNvSpPr>
          <p:nvPr/>
        </p:nvSpPr>
        <p:spPr bwMode="auto">
          <a:xfrm>
            <a:off x="0" y="627063"/>
            <a:ext cx="9144000" cy="4105275"/>
          </a:xfrm>
          <a:prstGeom prst="rect">
            <a:avLst/>
          </a:prstGeom>
          <a:solidFill>
            <a:srgbClr val="FFFFFF">
              <a:alpha val="5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25400" cap="flat" cmpd="sng">
                <a:solidFill>
                  <a:srgbClr val="395E8A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6147" name="TextBox 7"/>
          <p:cNvSpPr>
            <a:spLocks noChangeArrowheads="1"/>
          </p:cNvSpPr>
          <p:nvPr/>
        </p:nvSpPr>
        <p:spPr bwMode="auto">
          <a:xfrm>
            <a:off x="0" y="365125"/>
            <a:ext cx="3203575" cy="523875"/>
          </a:xfrm>
          <a:prstGeom prst="rect">
            <a:avLst/>
          </a:prstGeom>
          <a:solidFill>
            <a:srgbClr val="E36C0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zh-CN" altLang="zh-CN" sz="2800" b="1">
              <a:solidFill>
                <a:schemeClr val="bg1"/>
              </a:solidFill>
              <a:latin typeface="Calibri" panose="020F0502020204030204" pitchFamily="34" charset="0"/>
              <a:sym typeface="宋体" panose="02010600030101010101" pitchFamily="2" charset="-122"/>
            </a:endParaRPr>
          </a:p>
        </p:txBody>
      </p:sp>
      <p:sp>
        <p:nvSpPr>
          <p:cNvPr id="6161" name="矩形 15"/>
          <p:cNvSpPr>
            <a:spLocks noChangeArrowheads="1"/>
          </p:cNvSpPr>
          <p:nvPr/>
        </p:nvSpPr>
        <p:spPr bwMode="auto">
          <a:xfrm>
            <a:off x="144323" y="365125"/>
            <a:ext cx="320357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Calibri" panose="020F0502020204030204" pitchFamily="34" charset="0"/>
              </a:rPr>
              <a:t>第二章复习要点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667652" y="1203635"/>
            <a:ext cx="1673453" cy="2808234"/>
            <a:chOff x="873778" y="1318189"/>
            <a:chExt cx="2265489" cy="3801735"/>
          </a:xfrm>
        </p:grpSpPr>
        <p:sp>
          <p:nvSpPr>
            <p:cNvPr id="90" name="矩形 4"/>
            <p:cNvSpPr/>
            <p:nvPr/>
          </p:nvSpPr>
          <p:spPr>
            <a:xfrm>
              <a:off x="873778" y="4700675"/>
              <a:ext cx="1672567" cy="418142"/>
            </a:xfrm>
            <a:custGeom>
              <a:avLst/>
              <a:gdLst>
                <a:gd name="connsiteX0" fmla="*/ 0 w 1728192"/>
                <a:gd name="connsiteY0" fmla="*/ 0 h 432048"/>
                <a:gd name="connsiteX1" fmla="*/ 1728192 w 1728192"/>
                <a:gd name="connsiteY1" fmla="*/ 0 h 432048"/>
                <a:gd name="connsiteX2" fmla="*/ 1728192 w 1728192"/>
                <a:gd name="connsiteY2" fmla="*/ 432048 h 432048"/>
                <a:gd name="connsiteX3" fmla="*/ 0 w 1728192"/>
                <a:gd name="connsiteY3" fmla="*/ 432048 h 432048"/>
                <a:gd name="connsiteX4" fmla="*/ 0 w 1728192"/>
                <a:gd name="connsiteY4" fmla="*/ 0 h 432048"/>
                <a:gd name="connsiteX0" fmla="*/ 0 w 1728192"/>
                <a:gd name="connsiteY0" fmla="*/ 0 h 432048"/>
                <a:gd name="connsiteX1" fmla="*/ 1728192 w 1728192"/>
                <a:gd name="connsiteY1" fmla="*/ 0 h 432048"/>
                <a:gd name="connsiteX2" fmla="*/ 1728192 w 1728192"/>
                <a:gd name="connsiteY2" fmla="*/ 432048 h 432048"/>
                <a:gd name="connsiteX3" fmla="*/ 316992 w 1728192"/>
                <a:gd name="connsiteY3" fmla="*/ 419856 h 432048"/>
                <a:gd name="connsiteX4" fmla="*/ 0 w 1728192"/>
                <a:gd name="connsiteY4" fmla="*/ 0 h 432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28192" h="432048">
                  <a:moveTo>
                    <a:pt x="0" y="0"/>
                  </a:moveTo>
                  <a:lnTo>
                    <a:pt x="1728192" y="0"/>
                  </a:lnTo>
                  <a:lnTo>
                    <a:pt x="1728192" y="432048"/>
                  </a:lnTo>
                  <a:lnTo>
                    <a:pt x="316992" y="419856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FFC000">
                    <a:shade val="30000"/>
                    <a:satMod val="115000"/>
                  </a:srgbClr>
                </a:gs>
                <a:gs pos="50000">
                  <a:srgbClr val="FFC000">
                    <a:shade val="67500"/>
                    <a:satMod val="115000"/>
                  </a:srgbClr>
                </a:gs>
                <a:gs pos="100000">
                  <a:srgbClr val="FFC000">
                    <a:shade val="100000"/>
                    <a:satMod val="115000"/>
                  </a:srgbClr>
                </a:gs>
              </a:gsLst>
              <a:lin ang="5400000" scaled="1"/>
              <a:tileRect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宋体"/>
                <a:cs typeface="+mn-cs"/>
              </a:endParaRPr>
            </a:p>
          </p:txBody>
        </p:sp>
        <p:sp>
          <p:nvSpPr>
            <p:cNvPr id="111" name="矩形 110"/>
            <p:cNvSpPr/>
            <p:nvPr/>
          </p:nvSpPr>
          <p:spPr>
            <a:xfrm>
              <a:off x="873778" y="1318189"/>
              <a:ext cx="2068781" cy="3382486"/>
            </a:xfrm>
            <a:prstGeom prst="rect">
              <a:avLst/>
            </a:prstGeom>
            <a:gradFill flip="none" rotWithShape="1">
              <a:gsLst>
                <a:gs pos="0">
                  <a:srgbClr val="FFC000">
                    <a:shade val="30000"/>
                    <a:satMod val="115000"/>
                  </a:srgbClr>
                </a:gs>
                <a:gs pos="50000">
                  <a:srgbClr val="FFC000">
                    <a:shade val="67500"/>
                    <a:satMod val="115000"/>
                  </a:srgbClr>
                </a:gs>
                <a:gs pos="100000">
                  <a:srgbClr val="FFC000">
                    <a:shade val="100000"/>
                    <a:satMod val="115000"/>
                  </a:srgbClr>
                </a:gs>
              </a:gsLst>
              <a:lin ang="13500000" scaled="1"/>
              <a:tileRect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宋体"/>
                <a:cs typeface="+mn-cs"/>
              </a:endParaRPr>
            </a:p>
          </p:txBody>
        </p:sp>
        <p:sp>
          <p:nvSpPr>
            <p:cNvPr id="112" name="矩形 2"/>
            <p:cNvSpPr/>
            <p:nvPr/>
          </p:nvSpPr>
          <p:spPr>
            <a:xfrm>
              <a:off x="1187938" y="4062770"/>
              <a:ext cx="1951329" cy="1057154"/>
            </a:xfrm>
            <a:custGeom>
              <a:avLst/>
              <a:gdLst>
                <a:gd name="connsiteX0" fmla="*/ 0 w 2016224"/>
                <a:gd name="connsiteY0" fmla="*/ 0 h 1080120"/>
                <a:gd name="connsiteX1" fmla="*/ 2016224 w 2016224"/>
                <a:gd name="connsiteY1" fmla="*/ 0 h 1080120"/>
                <a:gd name="connsiteX2" fmla="*/ 2016224 w 2016224"/>
                <a:gd name="connsiteY2" fmla="*/ 1080120 h 1080120"/>
                <a:gd name="connsiteX3" fmla="*/ 0 w 2016224"/>
                <a:gd name="connsiteY3" fmla="*/ 1080120 h 1080120"/>
                <a:gd name="connsiteX4" fmla="*/ 0 w 2016224"/>
                <a:gd name="connsiteY4" fmla="*/ 0 h 1080120"/>
                <a:gd name="connsiteX0" fmla="*/ 329184 w 2016224"/>
                <a:gd name="connsiteY0" fmla="*/ 0 h 1092312"/>
                <a:gd name="connsiteX1" fmla="*/ 2016224 w 2016224"/>
                <a:gd name="connsiteY1" fmla="*/ 12192 h 1092312"/>
                <a:gd name="connsiteX2" fmla="*/ 2016224 w 2016224"/>
                <a:gd name="connsiteY2" fmla="*/ 1092312 h 1092312"/>
                <a:gd name="connsiteX3" fmla="*/ 0 w 2016224"/>
                <a:gd name="connsiteY3" fmla="*/ 1092312 h 1092312"/>
                <a:gd name="connsiteX4" fmla="*/ 329184 w 2016224"/>
                <a:gd name="connsiteY4" fmla="*/ 0 h 1092312"/>
                <a:gd name="connsiteX0" fmla="*/ 560832 w 2016224"/>
                <a:gd name="connsiteY0" fmla="*/ 0 h 1092312"/>
                <a:gd name="connsiteX1" fmla="*/ 2016224 w 2016224"/>
                <a:gd name="connsiteY1" fmla="*/ 12192 h 1092312"/>
                <a:gd name="connsiteX2" fmla="*/ 2016224 w 2016224"/>
                <a:gd name="connsiteY2" fmla="*/ 1092312 h 1092312"/>
                <a:gd name="connsiteX3" fmla="*/ 0 w 2016224"/>
                <a:gd name="connsiteY3" fmla="*/ 1092312 h 1092312"/>
                <a:gd name="connsiteX4" fmla="*/ 560832 w 2016224"/>
                <a:gd name="connsiteY4" fmla="*/ 0 h 1092312"/>
                <a:gd name="connsiteX0" fmla="*/ 560832 w 2016224"/>
                <a:gd name="connsiteY0" fmla="*/ 0 h 1092312"/>
                <a:gd name="connsiteX1" fmla="*/ 2004032 w 2016224"/>
                <a:gd name="connsiteY1" fmla="*/ 231648 h 1092312"/>
                <a:gd name="connsiteX2" fmla="*/ 2016224 w 2016224"/>
                <a:gd name="connsiteY2" fmla="*/ 1092312 h 1092312"/>
                <a:gd name="connsiteX3" fmla="*/ 0 w 2016224"/>
                <a:gd name="connsiteY3" fmla="*/ 1092312 h 1092312"/>
                <a:gd name="connsiteX4" fmla="*/ 560832 w 2016224"/>
                <a:gd name="connsiteY4" fmla="*/ 0 h 1092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6224" h="1092312">
                  <a:moveTo>
                    <a:pt x="560832" y="0"/>
                  </a:moveTo>
                  <a:lnTo>
                    <a:pt x="2004032" y="231648"/>
                  </a:lnTo>
                  <a:lnTo>
                    <a:pt x="2016224" y="1092312"/>
                  </a:lnTo>
                  <a:lnTo>
                    <a:pt x="0" y="1092312"/>
                  </a:lnTo>
                  <a:lnTo>
                    <a:pt x="560832" y="0"/>
                  </a:lnTo>
                  <a:close/>
                </a:path>
              </a:pathLst>
            </a:custGeom>
            <a:solidFill>
              <a:srgbClr val="FFFF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宋体"/>
                <a:cs typeface="+mn-cs"/>
              </a:endParaRPr>
            </a:p>
          </p:txBody>
        </p:sp>
        <p:sp>
          <p:nvSpPr>
            <p:cNvPr id="119" name="TextBox 118"/>
            <p:cNvSpPr txBox="1"/>
            <p:nvPr/>
          </p:nvSpPr>
          <p:spPr>
            <a:xfrm rot="554374">
              <a:off x="1800456" y="4276153"/>
              <a:ext cx="1296144" cy="7754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3600" b="1" kern="0" dirty="0">
                  <a:solidFill>
                    <a:srgbClr val="A88000"/>
                  </a:solidFill>
                  <a:latin typeface="Arial Black" pitchFamily="34" charset="0"/>
                  <a:ea typeface="微软雅黑" pitchFamily="34" charset="-122"/>
                </a:rPr>
                <a:t>01</a:t>
              </a:r>
              <a:endPara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A88000"/>
                </a:solidFill>
                <a:effectLst/>
                <a:uLnTx/>
                <a:uFillTx/>
                <a:latin typeface="Arial Black" pitchFamily="34" charset="0"/>
                <a:ea typeface="微软雅黑" pitchFamily="34" charset="-122"/>
              </a:endParaRPr>
            </a:p>
          </p:txBody>
        </p:sp>
        <p:sp>
          <p:nvSpPr>
            <p:cNvPr id="122" name="TextBox 121"/>
            <p:cNvSpPr txBox="1"/>
            <p:nvPr/>
          </p:nvSpPr>
          <p:spPr>
            <a:xfrm>
              <a:off x="912975" y="1415669"/>
              <a:ext cx="1932103" cy="11189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marR="0" lvl="0" indent="0" algn="just" defTabSz="91440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400" kern="0">
                  <a:solidFill>
                    <a:sysClr val="window" lastClr="FFFFFF"/>
                  </a:solidFill>
                  <a:latin typeface="微软雅黑" pitchFamily="34" charset="-122"/>
                  <a:ea typeface="微软雅黑" pitchFamily="34" charset="-122"/>
                </a:defRPr>
              </a:lvl1pPr>
            </a:lstStyle>
            <a:p>
              <a:r>
                <a:rPr lang="zh-CN" altLang="en-US" dirty="0"/>
                <a:t>掌握模型的概念及可视化建模的目的、原则。</a:t>
              </a: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2627838" y="1347647"/>
            <a:ext cx="1742417" cy="2664221"/>
            <a:chOff x="3452319" y="1664393"/>
            <a:chExt cx="2265489" cy="3464017"/>
          </a:xfrm>
        </p:grpSpPr>
        <p:sp>
          <p:nvSpPr>
            <p:cNvPr id="113" name="矩形 4"/>
            <p:cNvSpPr/>
            <p:nvPr/>
          </p:nvSpPr>
          <p:spPr>
            <a:xfrm>
              <a:off x="3452319" y="4709161"/>
              <a:ext cx="1672567" cy="418142"/>
            </a:xfrm>
            <a:custGeom>
              <a:avLst/>
              <a:gdLst>
                <a:gd name="connsiteX0" fmla="*/ 0 w 1728192"/>
                <a:gd name="connsiteY0" fmla="*/ 0 h 432048"/>
                <a:gd name="connsiteX1" fmla="*/ 1728192 w 1728192"/>
                <a:gd name="connsiteY1" fmla="*/ 0 h 432048"/>
                <a:gd name="connsiteX2" fmla="*/ 1728192 w 1728192"/>
                <a:gd name="connsiteY2" fmla="*/ 432048 h 432048"/>
                <a:gd name="connsiteX3" fmla="*/ 0 w 1728192"/>
                <a:gd name="connsiteY3" fmla="*/ 432048 h 432048"/>
                <a:gd name="connsiteX4" fmla="*/ 0 w 1728192"/>
                <a:gd name="connsiteY4" fmla="*/ 0 h 432048"/>
                <a:gd name="connsiteX0" fmla="*/ 0 w 1728192"/>
                <a:gd name="connsiteY0" fmla="*/ 0 h 432048"/>
                <a:gd name="connsiteX1" fmla="*/ 1728192 w 1728192"/>
                <a:gd name="connsiteY1" fmla="*/ 0 h 432048"/>
                <a:gd name="connsiteX2" fmla="*/ 1728192 w 1728192"/>
                <a:gd name="connsiteY2" fmla="*/ 432048 h 432048"/>
                <a:gd name="connsiteX3" fmla="*/ 316992 w 1728192"/>
                <a:gd name="connsiteY3" fmla="*/ 419856 h 432048"/>
                <a:gd name="connsiteX4" fmla="*/ 0 w 1728192"/>
                <a:gd name="connsiteY4" fmla="*/ 0 h 432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28192" h="432048">
                  <a:moveTo>
                    <a:pt x="0" y="0"/>
                  </a:moveTo>
                  <a:lnTo>
                    <a:pt x="1728192" y="0"/>
                  </a:lnTo>
                  <a:lnTo>
                    <a:pt x="1728192" y="432048"/>
                  </a:lnTo>
                  <a:lnTo>
                    <a:pt x="316992" y="419856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C0504D">
                    <a:lumMod val="75000"/>
                    <a:shade val="30000"/>
                    <a:satMod val="115000"/>
                  </a:srgbClr>
                </a:gs>
                <a:gs pos="50000">
                  <a:srgbClr val="C0504D">
                    <a:lumMod val="75000"/>
                    <a:shade val="67500"/>
                    <a:satMod val="115000"/>
                  </a:srgbClr>
                </a:gs>
                <a:gs pos="100000">
                  <a:srgbClr val="C0504D">
                    <a:lumMod val="75000"/>
                    <a:shade val="100000"/>
                    <a:satMod val="115000"/>
                  </a:srgbClr>
                </a:gs>
              </a:gsLst>
              <a:lin ang="5400000" scaled="1"/>
              <a:tileRect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宋体"/>
                <a:cs typeface="+mn-cs"/>
              </a:endParaRPr>
            </a:p>
          </p:txBody>
        </p:sp>
        <p:sp>
          <p:nvSpPr>
            <p:cNvPr id="114" name="矩形 113"/>
            <p:cNvSpPr/>
            <p:nvPr/>
          </p:nvSpPr>
          <p:spPr>
            <a:xfrm>
              <a:off x="3452319" y="1664393"/>
              <a:ext cx="1951328" cy="3044768"/>
            </a:xfrm>
            <a:prstGeom prst="rect">
              <a:avLst/>
            </a:prstGeom>
            <a:gradFill flip="none" rotWithShape="1">
              <a:gsLst>
                <a:gs pos="0">
                  <a:srgbClr val="C0504D">
                    <a:shade val="30000"/>
                    <a:satMod val="115000"/>
                  </a:srgbClr>
                </a:gs>
                <a:gs pos="50000">
                  <a:srgbClr val="C0504D">
                    <a:shade val="67500"/>
                    <a:satMod val="115000"/>
                  </a:srgbClr>
                </a:gs>
                <a:gs pos="100000">
                  <a:srgbClr val="C0504D">
                    <a:shade val="100000"/>
                    <a:satMod val="115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宋体"/>
                <a:cs typeface="+mn-cs"/>
              </a:endParaRPr>
            </a:p>
          </p:txBody>
        </p:sp>
        <p:sp>
          <p:nvSpPr>
            <p:cNvPr id="115" name="矩形 2"/>
            <p:cNvSpPr/>
            <p:nvPr/>
          </p:nvSpPr>
          <p:spPr>
            <a:xfrm>
              <a:off x="3766479" y="4071256"/>
              <a:ext cx="1951329" cy="1057154"/>
            </a:xfrm>
            <a:custGeom>
              <a:avLst/>
              <a:gdLst>
                <a:gd name="connsiteX0" fmla="*/ 0 w 2016224"/>
                <a:gd name="connsiteY0" fmla="*/ 0 h 1080120"/>
                <a:gd name="connsiteX1" fmla="*/ 2016224 w 2016224"/>
                <a:gd name="connsiteY1" fmla="*/ 0 h 1080120"/>
                <a:gd name="connsiteX2" fmla="*/ 2016224 w 2016224"/>
                <a:gd name="connsiteY2" fmla="*/ 1080120 h 1080120"/>
                <a:gd name="connsiteX3" fmla="*/ 0 w 2016224"/>
                <a:gd name="connsiteY3" fmla="*/ 1080120 h 1080120"/>
                <a:gd name="connsiteX4" fmla="*/ 0 w 2016224"/>
                <a:gd name="connsiteY4" fmla="*/ 0 h 1080120"/>
                <a:gd name="connsiteX0" fmla="*/ 329184 w 2016224"/>
                <a:gd name="connsiteY0" fmla="*/ 0 h 1092312"/>
                <a:gd name="connsiteX1" fmla="*/ 2016224 w 2016224"/>
                <a:gd name="connsiteY1" fmla="*/ 12192 h 1092312"/>
                <a:gd name="connsiteX2" fmla="*/ 2016224 w 2016224"/>
                <a:gd name="connsiteY2" fmla="*/ 1092312 h 1092312"/>
                <a:gd name="connsiteX3" fmla="*/ 0 w 2016224"/>
                <a:gd name="connsiteY3" fmla="*/ 1092312 h 1092312"/>
                <a:gd name="connsiteX4" fmla="*/ 329184 w 2016224"/>
                <a:gd name="connsiteY4" fmla="*/ 0 h 1092312"/>
                <a:gd name="connsiteX0" fmla="*/ 560832 w 2016224"/>
                <a:gd name="connsiteY0" fmla="*/ 0 h 1092312"/>
                <a:gd name="connsiteX1" fmla="*/ 2016224 w 2016224"/>
                <a:gd name="connsiteY1" fmla="*/ 12192 h 1092312"/>
                <a:gd name="connsiteX2" fmla="*/ 2016224 w 2016224"/>
                <a:gd name="connsiteY2" fmla="*/ 1092312 h 1092312"/>
                <a:gd name="connsiteX3" fmla="*/ 0 w 2016224"/>
                <a:gd name="connsiteY3" fmla="*/ 1092312 h 1092312"/>
                <a:gd name="connsiteX4" fmla="*/ 560832 w 2016224"/>
                <a:gd name="connsiteY4" fmla="*/ 0 h 1092312"/>
                <a:gd name="connsiteX0" fmla="*/ 560832 w 2016224"/>
                <a:gd name="connsiteY0" fmla="*/ 0 h 1092312"/>
                <a:gd name="connsiteX1" fmla="*/ 2004032 w 2016224"/>
                <a:gd name="connsiteY1" fmla="*/ 231648 h 1092312"/>
                <a:gd name="connsiteX2" fmla="*/ 2016224 w 2016224"/>
                <a:gd name="connsiteY2" fmla="*/ 1092312 h 1092312"/>
                <a:gd name="connsiteX3" fmla="*/ 0 w 2016224"/>
                <a:gd name="connsiteY3" fmla="*/ 1092312 h 1092312"/>
                <a:gd name="connsiteX4" fmla="*/ 560832 w 2016224"/>
                <a:gd name="connsiteY4" fmla="*/ 0 h 1092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6224" h="1092312">
                  <a:moveTo>
                    <a:pt x="560832" y="0"/>
                  </a:moveTo>
                  <a:lnTo>
                    <a:pt x="2004032" y="231648"/>
                  </a:lnTo>
                  <a:lnTo>
                    <a:pt x="2016224" y="1092312"/>
                  </a:lnTo>
                  <a:lnTo>
                    <a:pt x="0" y="1092312"/>
                  </a:lnTo>
                  <a:lnTo>
                    <a:pt x="560832" y="0"/>
                  </a:lnTo>
                  <a:close/>
                </a:path>
              </a:pathLst>
            </a:custGeom>
            <a:solidFill>
              <a:srgbClr val="C0504D">
                <a:lumMod val="60000"/>
                <a:lumOff val="40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宋体"/>
                <a:cs typeface="+mn-cs"/>
              </a:endParaRPr>
            </a:p>
          </p:txBody>
        </p:sp>
        <p:sp>
          <p:nvSpPr>
            <p:cNvPr id="120" name="TextBox 119"/>
            <p:cNvSpPr txBox="1"/>
            <p:nvPr/>
          </p:nvSpPr>
          <p:spPr>
            <a:xfrm rot="554374">
              <a:off x="4323872" y="4336639"/>
              <a:ext cx="129614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3600" b="1" i="0" u="none" strike="noStrike" kern="0" cap="none" spc="0" normalizeH="0" baseline="0" noProof="0" dirty="0">
                  <a:ln>
                    <a:noFill/>
                  </a:ln>
                  <a:solidFill>
                    <a:srgbClr val="C0504D">
                      <a:lumMod val="75000"/>
                    </a:srgbClr>
                  </a:solidFill>
                  <a:effectLst/>
                  <a:uLnTx/>
                  <a:uFillTx/>
                  <a:latin typeface="Arial Black" pitchFamily="34" charset="0"/>
                  <a:ea typeface="微软雅黑" pitchFamily="34" charset="-122"/>
                </a:rPr>
                <a:t>02</a:t>
              </a:r>
              <a:endPara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Arial Black" pitchFamily="34" charset="0"/>
                <a:ea typeface="微软雅黑" pitchFamily="34" charset="-122"/>
              </a:endParaRPr>
            </a:p>
          </p:txBody>
        </p:sp>
        <p:sp>
          <p:nvSpPr>
            <p:cNvPr id="123" name="TextBox 122"/>
            <p:cNvSpPr txBox="1"/>
            <p:nvPr/>
          </p:nvSpPr>
          <p:spPr>
            <a:xfrm>
              <a:off x="3481774" y="1664393"/>
              <a:ext cx="1816171" cy="19130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just" defTabSz="91440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1400" kern="0" dirty="0">
                  <a:solidFill>
                    <a:sysClr val="window" lastClr="FFFFFF"/>
                  </a:solidFill>
                  <a:latin typeface="微软雅黑" pitchFamily="34" charset="-122"/>
                  <a:ea typeface="微软雅黑" pitchFamily="34" charset="-122"/>
                </a:rPr>
                <a:t>掌握统一建模语言</a:t>
              </a:r>
              <a:r>
                <a:rPr lang="en-US" altLang="zh-CN" sz="1400" kern="0" dirty="0">
                  <a:solidFill>
                    <a:sysClr val="window" lastClr="FFFFFF"/>
                  </a:solidFill>
                  <a:latin typeface="微软雅黑" pitchFamily="34" charset="-122"/>
                  <a:ea typeface="微软雅黑" pitchFamily="34" charset="-122"/>
                </a:rPr>
                <a:t>UML</a:t>
              </a:r>
              <a:r>
                <a:rPr lang="zh-CN" altLang="en-US" sz="1400" kern="0" dirty="0">
                  <a:solidFill>
                    <a:sysClr val="window" lastClr="FFFFFF"/>
                  </a:solidFill>
                  <a:latin typeface="微软雅黑" pitchFamily="34" charset="-122"/>
                  <a:ea typeface="微软雅黑" pitchFamily="34" charset="-122"/>
                </a:rPr>
                <a:t>的概念和基本建模元素，包括事物、关系和图。</a:t>
              </a:r>
            </a:p>
          </p:txBody>
        </p:sp>
      </p:grpSp>
      <p:grpSp>
        <p:nvGrpSpPr>
          <p:cNvPr id="125" name="组合 124"/>
          <p:cNvGrpSpPr/>
          <p:nvPr/>
        </p:nvGrpSpPr>
        <p:grpSpPr>
          <a:xfrm>
            <a:off x="4572000" y="1491660"/>
            <a:ext cx="1807110" cy="2520210"/>
            <a:chOff x="3452319" y="1968944"/>
            <a:chExt cx="2265489" cy="3159466"/>
          </a:xfrm>
        </p:grpSpPr>
        <p:sp>
          <p:nvSpPr>
            <p:cNvPr id="126" name="矩形 4"/>
            <p:cNvSpPr/>
            <p:nvPr/>
          </p:nvSpPr>
          <p:spPr>
            <a:xfrm>
              <a:off x="3452319" y="4709161"/>
              <a:ext cx="1672567" cy="418142"/>
            </a:xfrm>
            <a:custGeom>
              <a:avLst/>
              <a:gdLst>
                <a:gd name="connsiteX0" fmla="*/ 0 w 1728192"/>
                <a:gd name="connsiteY0" fmla="*/ 0 h 432048"/>
                <a:gd name="connsiteX1" fmla="*/ 1728192 w 1728192"/>
                <a:gd name="connsiteY1" fmla="*/ 0 h 432048"/>
                <a:gd name="connsiteX2" fmla="*/ 1728192 w 1728192"/>
                <a:gd name="connsiteY2" fmla="*/ 432048 h 432048"/>
                <a:gd name="connsiteX3" fmla="*/ 0 w 1728192"/>
                <a:gd name="connsiteY3" fmla="*/ 432048 h 432048"/>
                <a:gd name="connsiteX4" fmla="*/ 0 w 1728192"/>
                <a:gd name="connsiteY4" fmla="*/ 0 h 432048"/>
                <a:gd name="connsiteX0" fmla="*/ 0 w 1728192"/>
                <a:gd name="connsiteY0" fmla="*/ 0 h 432048"/>
                <a:gd name="connsiteX1" fmla="*/ 1728192 w 1728192"/>
                <a:gd name="connsiteY1" fmla="*/ 0 h 432048"/>
                <a:gd name="connsiteX2" fmla="*/ 1728192 w 1728192"/>
                <a:gd name="connsiteY2" fmla="*/ 432048 h 432048"/>
                <a:gd name="connsiteX3" fmla="*/ 316992 w 1728192"/>
                <a:gd name="connsiteY3" fmla="*/ 419856 h 432048"/>
                <a:gd name="connsiteX4" fmla="*/ 0 w 1728192"/>
                <a:gd name="connsiteY4" fmla="*/ 0 h 432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28192" h="432048">
                  <a:moveTo>
                    <a:pt x="0" y="0"/>
                  </a:moveTo>
                  <a:lnTo>
                    <a:pt x="1728192" y="0"/>
                  </a:lnTo>
                  <a:lnTo>
                    <a:pt x="1728192" y="432048"/>
                  </a:lnTo>
                  <a:lnTo>
                    <a:pt x="316992" y="419856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296D6B"/>
                </a:gs>
                <a:gs pos="50000">
                  <a:srgbClr val="4A9896"/>
                </a:gs>
                <a:gs pos="100000">
                  <a:srgbClr val="31859B"/>
                </a:gs>
              </a:gsLst>
              <a:lin ang="5400000" scaled="1"/>
              <a:tileRect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宋体"/>
                <a:cs typeface="+mn-cs"/>
              </a:endParaRPr>
            </a:p>
          </p:txBody>
        </p:sp>
        <p:sp>
          <p:nvSpPr>
            <p:cNvPr id="127" name="矩形 126"/>
            <p:cNvSpPr/>
            <p:nvPr/>
          </p:nvSpPr>
          <p:spPr>
            <a:xfrm>
              <a:off x="3452319" y="1968944"/>
              <a:ext cx="1951329" cy="2740216"/>
            </a:xfrm>
            <a:prstGeom prst="rect">
              <a:avLst/>
            </a:prstGeom>
            <a:gradFill flip="none" rotWithShape="1">
              <a:gsLst>
                <a:gs pos="0">
                  <a:srgbClr val="31859B"/>
                </a:gs>
                <a:gs pos="50000">
                  <a:srgbClr val="489289"/>
                </a:gs>
                <a:gs pos="100000">
                  <a:srgbClr val="5E9798"/>
                </a:gs>
              </a:gsLst>
              <a:path path="circle">
                <a:fillToRect l="100000" t="100000"/>
              </a:path>
              <a:tileRect r="-100000" b="-10000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宋体"/>
                <a:cs typeface="+mn-cs"/>
              </a:endParaRPr>
            </a:p>
          </p:txBody>
        </p:sp>
        <p:sp>
          <p:nvSpPr>
            <p:cNvPr id="128" name="矩形 2"/>
            <p:cNvSpPr/>
            <p:nvPr/>
          </p:nvSpPr>
          <p:spPr>
            <a:xfrm>
              <a:off x="3766479" y="4071256"/>
              <a:ext cx="1951329" cy="1057154"/>
            </a:xfrm>
            <a:custGeom>
              <a:avLst/>
              <a:gdLst>
                <a:gd name="connsiteX0" fmla="*/ 0 w 2016224"/>
                <a:gd name="connsiteY0" fmla="*/ 0 h 1080120"/>
                <a:gd name="connsiteX1" fmla="*/ 2016224 w 2016224"/>
                <a:gd name="connsiteY1" fmla="*/ 0 h 1080120"/>
                <a:gd name="connsiteX2" fmla="*/ 2016224 w 2016224"/>
                <a:gd name="connsiteY2" fmla="*/ 1080120 h 1080120"/>
                <a:gd name="connsiteX3" fmla="*/ 0 w 2016224"/>
                <a:gd name="connsiteY3" fmla="*/ 1080120 h 1080120"/>
                <a:gd name="connsiteX4" fmla="*/ 0 w 2016224"/>
                <a:gd name="connsiteY4" fmla="*/ 0 h 1080120"/>
                <a:gd name="connsiteX0" fmla="*/ 329184 w 2016224"/>
                <a:gd name="connsiteY0" fmla="*/ 0 h 1092312"/>
                <a:gd name="connsiteX1" fmla="*/ 2016224 w 2016224"/>
                <a:gd name="connsiteY1" fmla="*/ 12192 h 1092312"/>
                <a:gd name="connsiteX2" fmla="*/ 2016224 w 2016224"/>
                <a:gd name="connsiteY2" fmla="*/ 1092312 h 1092312"/>
                <a:gd name="connsiteX3" fmla="*/ 0 w 2016224"/>
                <a:gd name="connsiteY3" fmla="*/ 1092312 h 1092312"/>
                <a:gd name="connsiteX4" fmla="*/ 329184 w 2016224"/>
                <a:gd name="connsiteY4" fmla="*/ 0 h 1092312"/>
                <a:gd name="connsiteX0" fmla="*/ 560832 w 2016224"/>
                <a:gd name="connsiteY0" fmla="*/ 0 h 1092312"/>
                <a:gd name="connsiteX1" fmla="*/ 2016224 w 2016224"/>
                <a:gd name="connsiteY1" fmla="*/ 12192 h 1092312"/>
                <a:gd name="connsiteX2" fmla="*/ 2016224 w 2016224"/>
                <a:gd name="connsiteY2" fmla="*/ 1092312 h 1092312"/>
                <a:gd name="connsiteX3" fmla="*/ 0 w 2016224"/>
                <a:gd name="connsiteY3" fmla="*/ 1092312 h 1092312"/>
                <a:gd name="connsiteX4" fmla="*/ 560832 w 2016224"/>
                <a:gd name="connsiteY4" fmla="*/ 0 h 1092312"/>
                <a:gd name="connsiteX0" fmla="*/ 560832 w 2016224"/>
                <a:gd name="connsiteY0" fmla="*/ 0 h 1092312"/>
                <a:gd name="connsiteX1" fmla="*/ 2004032 w 2016224"/>
                <a:gd name="connsiteY1" fmla="*/ 231648 h 1092312"/>
                <a:gd name="connsiteX2" fmla="*/ 2016224 w 2016224"/>
                <a:gd name="connsiteY2" fmla="*/ 1092312 h 1092312"/>
                <a:gd name="connsiteX3" fmla="*/ 0 w 2016224"/>
                <a:gd name="connsiteY3" fmla="*/ 1092312 h 1092312"/>
                <a:gd name="connsiteX4" fmla="*/ 560832 w 2016224"/>
                <a:gd name="connsiteY4" fmla="*/ 0 h 1092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6224" h="1092312">
                  <a:moveTo>
                    <a:pt x="560832" y="0"/>
                  </a:moveTo>
                  <a:lnTo>
                    <a:pt x="2004032" y="231648"/>
                  </a:lnTo>
                  <a:lnTo>
                    <a:pt x="2016224" y="1092312"/>
                  </a:lnTo>
                  <a:lnTo>
                    <a:pt x="0" y="1092312"/>
                  </a:lnTo>
                  <a:lnTo>
                    <a:pt x="560832" y="0"/>
                  </a:lnTo>
                  <a:close/>
                </a:path>
              </a:pathLst>
            </a:custGeom>
            <a:solidFill>
              <a:srgbClr val="5E9798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宋体"/>
                <a:cs typeface="+mn-cs"/>
              </a:endParaRPr>
            </a:p>
          </p:txBody>
        </p:sp>
        <p:sp>
          <p:nvSpPr>
            <p:cNvPr id="129" name="TextBox 128"/>
            <p:cNvSpPr txBox="1"/>
            <p:nvPr/>
          </p:nvSpPr>
          <p:spPr>
            <a:xfrm rot="554374">
              <a:off x="4323872" y="4250867"/>
              <a:ext cx="1296143" cy="8759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3600" b="1" i="0" u="none" strike="noStrike" kern="0" cap="none" spc="0" normalizeH="0" baseline="0" noProof="0" dirty="0">
                  <a:ln>
                    <a:noFill/>
                  </a:ln>
                  <a:solidFill>
                    <a:srgbClr val="296D6B"/>
                  </a:solidFill>
                  <a:effectLst/>
                  <a:uLnTx/>
                  <a:uFillTx/>
                  <a:latin typeface="Arial Black" pitchFamily="34" charset="0"/>
                  <a:ea typeface="微软雅黑" pitchFamily="34" charset="-122"/>
                </a:rPr>
                <a:t>03</a:t>
              </a:r>
              <a:endPara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296D6B"/>
                </a:solidFill>
                <a:effectLst/>
                <a:uLnTx/>
                <a:uFillTx/>
                <a:latin typeface="Arial Black" pitchFamily="34" charset="0"/>
                <a:ea typeface="微软雅黑" pitchFamily="34" charset="-122"/>
              </a:endParaRPr>
            </a:p>
          </p:txBody>
        </p:sp>
        <p:sp>
          <p:nvSpPr>
            <p:cNvPr id="130" name="TextBox 129"/>
            <p:cNvSpPr txBox="1"/>
            <p:nvPr/>
          </p:nvSpPr>
          <p:spPr>
            <a:xfrm>
              <a:off x="3493822" y="1983312"/>
              <a:ext cx="1903808" cy="15202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just" defTabSz="91440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1400" kern="0" dirty="0">
                  <a:solidFill>
                    <a:sysClr val="window" lastClr="FFFFFF"/>
                  </a:solidFill>
                  <a:latin typeface="微软雅黑" pitchFamily="34" charset="-122"/>
                  <a:ea typeface="微软雅黑" pitchFamily="34" charset="-122"/>
                </a:rPr>
                <a:t>掌握</a:t>
              </a:r>
              <a:r>
                <a:rPr lang="en-US" altLang="zh-CN" sz="1400" kern="0" dirty="0">
                  <a:solidFill>
                    <a:sysClr val="window" lastClr="FFFFFF"/>
                  </a:solidFill>
                  <a:latin typeface="微软雅黑" pitchFamily="34" charset="-122"/>
                  <a:ea typeface="微软雅黑" pitchFamily="34" charset="-122"/>
                </a:rPr>
                <a:t>UML</a:t>
              </a:r>
              <a:r>
                <a:rPr lang="zh-CN" altLang="en-US" sz="1400" kern="0" dirty="0">
                  <a:solidFill>
                    <a:sysClr val="window" lastClr="FFFFFF"/>
                  </a:solidFill>
                  <a:latin typeface="微软雅黑" pitchFamily="34" charset="-122"/>
                  <a:ea typeface="微软雅黑" pitchFamily="34" charset="-122"/>
                </a:rPr>
                <a:t>中各主要模型图的基本功能和主要组成元素。</a:t>
              </a:r>
            </a:p>
          </p:txBody>
        </p:sp>
      </p:grpSp>
      <p:grpSp>
        <p:nvGrpSpPr>
          <p:cNvPr id="131" name="组合 130"/>
          <p:cNvGrpSpPr/>
          <p:nvPr/>
        </p:nvGrpSpPr>
        <p:grpSpPr>
          <a:xfrm>
            <a:off x="6692214" y="1605952"/>
            <a:ext cx="1912122" cy="2353870"/>
            <a:chOff x="3452319" y="2330024"/>
            <a:chExt cx="2265489" cy="2798386"/>
          </a:xfrm>
        </p:grpSpPr>
        <p:sp>
          <p:nvSpPr>
            <p:cNvPr id="132" name="矩形 4"/>
            <p:cNvSpPr/>
            <p:nvPr/>
          </p:nvSpPr>
          <p:spPr>
            <a:xfrm>
              <a:off x="3452319" y="4709161"/>
              <a:ext cx="1672567" cy="418142"/>
            </a:xfrm>
            <a:custGeom>
              <a:avLst/>
              <a:gdLst>
                <a:gd name="connsiteX0" fmla="*/ 0 w 1728192"/>
                <a:gd name="connsiteY0" fmla="*/ 0 h 432048"/>
                <a:gd name="connsiteX1" fmla="*/ 1728192 w 1728192"/>
                <a:gd name="connsiteY1" fmla="*/ 0 h 432048"/>
                <a:gd name="connsiteX2" fmla="*/ 1728192 w 1728192"/>
                <a:gd name="connsiteY2" fmla="*/ 432048 h 432048"/>
                <a:gd name="connsiteX3" fmla="*/ 0 w 1728192"/>
                <a:gd name="connsiteY3" fmla="*/ 432048 h 432048"/>
                <a:gd name="connsiteX4" fmla="*/ 0 w 1728192"/>
                <a:gd name="connsiteY4" fmla="*/ 0 h 432048"/>
                <a:gd name="connsiteX0" fmla="*/ 0 w 1728192"/>
                <a:gd name="connsiteY0" fmla="*/ 0 h 432048"/>
                <a:gd name="connsiteX1" fmla="*/ 1728192 w 1728192"/>
                <a:gd name="connsiteY1" fmla="*/ 0 h 432048"/>
                <a:gd name="connsiteX2" fmla="*/ 1728192 w 1728192"/>
                <a:gd name="connsiteY2" fmla="*/ 432048 h 432048"/>
                <a:gd name="connsiteX3" fmla="*/ 316992 w 1728192"/>
                <a:gd name="connsiteY3" fmla="*/ 419856 h 432048"/>
                <a:gd name="connsiteX4" fmla="*/ 0 w 1728192"/>
                <a:gd name="connsiteY4" fmla="*/ 0 h 432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28192" h="432048">
                  <a:moveTo>
                    <a:pt x="0" y="0"/>
                  </a:moveTo>
                  <a:lnTo>
                    <a:pt x="1728192" y="0"/>
                  </a:lnTo>
                  <a:lnTo>
                    <a:pt x="1728192" y="432048"/>
                  </a:lnTo>
                  <a:lnTo>
                    <a:pt x="316992" y="4198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宋体"/>
                <a:cs typeface="+mn-cs"/>
              </a:endParaRPr>
            </a:p>
          </p:txBody>
        </p:sp>
        <p:sp>
          <p:nvSpPr>
            <p:cNvPr id="136" name="矩形 135"/>
            <p:cNvSpPr/>
            <p:nvPr/>
          </p:nvSpPr>
          <p:spPr>
            <a:xfrm>
              <a:off x="3452319" y="2330024"/>
              <a:ext cx="1951329" cy="2379136"/>
            </a:xfrm>
            <a:prstGeom prst="rect">
              <a:avLst/>
            </a:prstGeom>
            <a:solidFill>
              <a:srgbClr val="0070C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宋体"/>
                <a:cs typeface="+mn-cs"/>
              </a:endParaRPr>
            </a:p>
          </p:txBody>
        </p:sp>
        <p:sp>
          <p:nvSpPr>
            <p:cNvPr id="137" name="矩形 2"/>
            <p:cNvSpPr/>
            <p:nvPr/>
          </p:nvSpPr>
          <p:spPr>
            <a:xfrm>
              <a:off x="3766479" y="4071256"/>
              <a:ext cx="1951329" cy="1057154"/>
            </a:xfrm>
            <a:custGeom>
              <a:avLst/>
              <a:gdLst>
                <a:gd name="connsiteX0" fmla="*/ 0 w 2016224"/>
                <a:gd name="connsiteY0" fmla="*/ 0 h 1080120"/>
                <a:gd name="connsiteX1" fmla="*/ 2016224 w 2016224"/>
                <a:gd name="connsiteY1" fmla="*/ 0 h 1080120"/>
                <a:gd name="connsiteX2" fmla="*/ 2016224 w 2016224"/>
                <a:gd name="connsiteY2" fmla="*/ 1080120 h 1080120"/>
                <a:gd name="connsiteX3" fmla="*/ 0 w 2016224"/>
                <a:gd name="connsiteY3" fmla="*/ 1080120 h 1080120"/>
                <a:gd name="connsiteX4" fmla="*/ 0 w 2016224"/>
                <a:gd name="connsiteY4" fmla="*/ 0 h 1080120"/>
                <a:gd name="connsiteX0" fmla="*/ 329184 w 2016224"/>
                <a:gd name="connsiteY0" fmla="*/ 0 h 1092312"/>
                <a:gd name="connsiteX1" fmla="*/ 2016224 w 2016224"/>
                <a:gd name="connsiteY1" fmla="*/ 12192 h 1092312"/>
                <a:gd name="connsiteX2" fmla="*/ 2016224 w 2016224"/>
                <a:gd name="connsiteY2" fmla="*/ 1092312 h 1092312"/>
                <a:gd name="connsiteX3" fmla="*/ 0 w 2016224"/>
                <a:gd name="connsiteY3" fmla="*/ 1092312 h 1092312"/>
                <a:gd name="connsiteX4" fmla="*/ 329184 w 2016224"/>
                <a:gd name="connsiteY4" fmla="*/ 0 h 1092312"/>
                <a:gd name="connsiteX0" fmla="*/ 560832 w 2016224"/>
                <a:gd name="connsiteY0" fmla="*/ 0 h 1092312"/>
                <a:gd name="connsiteX1" fmla="*/ 2016224 w 2016224"/>
                <a:gd name="connsiteY1" fmla="*/ 12192 h 1092312"/>
                <a:gd name="connsiteX2" fmla="*/ 2016224 w 2016224"/>
                <a:gd name="connsiteY2" fmla="*/ 1092312 h 1092312"/>
                <a:gd name="connsiteX3" fmla="*/ 0 w 2016224"/>
                <a:gd name="connsiteY3" fmla="*/ 1092312 h 1092312"/>
                <a:gd name="connsiteX4" fmla="*/ 560832 w 2016224"/>
                <a:gd name="connsiteY4" fmla="*/ 0 h 1092312"/>
                <a:gd name="connsiteX0" fmla="*/ 560832 w 2016224"/>
                <a:gd name="connsiteY0" fmla="*/ 0 h 1092312"/>
                <a:gd name="connsiteX1" fmla="*/ 2004032 w 2016224"/>
                <a:gd name="connsiteY1" fmla="*/ 231648 h 1092312"/>
                <a:gd name="connsiteX2" fmla="*/ 2016224 w 2016224"/>
                <a:gd name="connsiteY2" fmla="*/ 1092312 h 1092312"/>
                <a:gd name="connsiteX3" fmla="*/ 0 w 2016224"/>
                <a:gd name="connsiteY3" fmla="*/ 1092312 h 1092312"/>
                <a:gd name="connsiteX4" fmla="*/ 560832 w 2016224"/>
                <a:gd name="connsiteY4" fmla="*/ 0 h 1092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6224" h="1092312">
                  <a:moveTo>
                    <a:pt x="560832" y="0"/>
                  </a:moveTo>
                  <a:lnTo>
                    <a:pt x="2004032" y="231648"/>
                  </a:lnTo>
                  <a:lnTo>
                    <a:pt x="2016224" y="1092312"/>
                  </a:lnTo>
                  <a:lnTo>
                    <a:pt x="0" y="1092312"/>
                  </a:lnTo>
                  <a:lnTo>
                    <a:pt x="560832" y="0"/>
                  </a:lnTo>
                  <a:close/>
                </a:path>
              </a:pathLst>
            </a:custGeom>
            <a:solidFill>
              <a:srgbClr val="00B0F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宋体"/>
                <a:cs typeface="+mn-cs"/>
              </a:endParaRPr>
            </a:p>
          </p:txBody>
        </p:sp>
        <p:sp>
          <p:nvSpPr>
            <p:cNvPr id="138" name="TextBox 137"/>
            <p:cNvSpPr txBox="1"/>
            <p:nvPr/>
          </p:nvSpPr>
          <p:spPr>
            <a:xfrm rot="554374">
              <a:off x="4323872" y="4313626"/>
              <a:ext cx="1296143" cy="7504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3600" b="1" i="0" u="none" strike="noStrike" kern="0" cap="none" spc="0" normalizeH="0" baseline="0" noProof="0" dirty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latin typeface="Arial Black" pitchFamily="34" charset="0"/>
                  <a:ea typeface="微软雅黑" pitchFamily="34" charset="-122"/>
                </a:rPr>
                <a:t>04</a:t>
              </a:r>
              <a:endPara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Black" pitchFamily="34" charset="0"/>
                <a:ea typeface="微软雅黑" pitchFamily="34" charset="-122"/>
              </a:endParaRPr>
            </a:p>
          </p:txBody>
        </p:sp>
        <p:sp>
          <p:nvSpPr>
            <p:cNvPr id="139" name="TextBox 138"/>
            <p:cNvSpPr txBox="1"/>
            <p:nvPr/>
          </p:nvSpPr>
          <p:spPr>
            <a:xfrm>
              <a:off x="3460520" y="2369357"/>
              <a:ext cx="1903808" cy="17332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just" defTabSz="91440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1400" kern="0" dirty="0">
                  <a:solidFill>
                    <a:sysClr val="window" lastClr="FFFFFF"/>
                  </a:solidFill>
                  <a:latin typeface="微软雅黑" pitchFamily="34" charset="-122"/>
                  <a:ea typeface="微软雅黑" pitchFamily="34" charset="-122"/>
                </a:rPr>
                <a:t>掌握</a:t>
              </a:r>
              <a:r>
                <a:rPr lang="en-US" altLang="zh-CN" sz="1400" kern="0" dirty="0">
                  <a:solidFill>
                    <a:sysClr val="window" lastClr="FFFFFF"/>
                  </a:solidFill>
                  <a:latin typeface="微软雅黑" pitchFamily="34" charset="-122"/>
                  <a:ea typeface="微软雅黑" pitchFamily="34" charset="-122"/>
                </a:rPr>
                <a:t>UML</a:t>
              </a:r>
              <a:r>
                <a:rPr lang="zh-CN" altLang="en-US" sz="1400" kern="0" dirty="0">
                  <a:solidFill>
                    <a:sysClr val="window" lastClr="FFFFFF"/>
                  </a:solidFill>
                  <a:latin typeface="微软雅黑" pitchFamily="34" charset="-122"/>
                  <a:ea typeface="微软雅黑" pitchFamily="34" charset="-122"/>
                </a:rPr>
                <a:t>建模工具软件</a:t>
              </a:r>
              <a:r>
                <a:rPr lang="en-US" altLang="zh-CN" sz="1400" kern="0" dirty="0">
                  <a:solidFill>
                    <a:sysClr val="window" lastClr="FFFFFF"/>
                  </a:solidFill>
                  <a:latin typeface="微软雅黑" pitchFamily="34" charset="-122"/>
                  <a:ea typeface="微软雅黑" pitchFamily="34" charset="-122"/>
                </a:rPr>
                <a:t>Rational Rose/</a:t>
              </a:r>
              <a:r>
                <a:rPr lang="en-US" altLang="zh-CN" sz="1400" kern="0" dirty="0" err="1">
                  <a:solidFill>
                    <a:sysClr val="window" lastClr="FFFFFF"/>
                  </a:solidFill>
                  <a:latin typeface="微软雅黑" pitchFamily="34" charset="-122"/>
                  <a:ea typeface="微软雅黑" pitchFamily="34" charset="-122"/>
                </a:rPr>
                <a:t>StarUML</a:t>
              </a:r>
              <a:r>
                <a:rPr lang="zh-CN" altLang="en-US" sz="1400" kern="0" dirty="0">
                  <a:solidFill>
                    <a:sysClr val="window" lastClr="FFFFFF"/>
                  </a:solidFill>
                  <a:latin typeface="微软雅黑" pitchFamily="34" charset="-122"/>
                  <a:ea typeface="微软雅黑" pitchFamily="34" charset="-122"/>
                </a:rPr>
                <a:t>的使用及</a:t>
              </a:r>
              <a:r>
                <a:rPr lang="en-US" altLang="zh-CN" sz="1400" kern="0" dirty="0">
                  <a:solidFill>
                    <a:sysClr val="window" lastClr="FFFFFF"/>
                  </a:solidFill>
                  <a:latin typeface="微软雅黑" pitchFamily="34" charset="-122"/>
                  <a:ea typeface="微软雅黑" pitchFamily="34" charset="-122"/>
                </a:rPr>
                <a:t>UML</a:t>
              </a:r>
              <a:r>
                <a:rPr lang="zh-CN" altLang="en-US" sz="1400" kern="0" dirty="0">
                  <a:solidFill>
                    <a:sysClr val="window" lastClr="FFFFFF"/>
                  </a:solidFill>
                  <a:latin typeface="微软雅黑" pitchFamily="34" charset="-122"/>
                  <a:ea typeface="微软雅黑" pitchFamily="34" charset="-122"/>
                </a:rPr>
                <a:t>主要模型图的绘制方法。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64835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5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250" fill="hold"/>
                                        <p:tgtEl>
                                          <p:spTgt spid="61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50" fill="hold"/>
                                        <p:tgtEl>
                                          <p:spTgt spid="61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250" fill="hold"/>
                                        <p:tgtEl>
                                          <p:spTgt spid="6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250" fill="hold"/>
                                        <p:tgtEl>
                                          <p:spTgt spid="6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6" grpId="0" animBg="1"/>
      <p:bldP spid="6147" grpId="0" animBg="1"/>
      <p:bldP spid="6161" grpId="0" bldLvl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Box 3"/>
          <p:cNvSpPr>
            <a:spLocks noChangeArrowheads="1"/>
          </p:cNvSpPr>
          <p:nvPr/>
        </p:nvSpPr>
        <p:spPr bwMode="auto">
          <a:xfrm>
            <a:off x="3790869" y="1991009"/>
            <a:ext cx="1261884" cy="523220"/>
          </a:xfrm>
          <a:prstGeom prst="rect">
            <a:avLst/>
          </a:prstGeom>
          <a:solidFill>
            <a:srgbClr val="E36C0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第三章</a:t>
            </a:r>
          </a:p>
        </p:txBody>
      </p:sp>
      <p:sp>
        <p:nvSpPr>
          <p:cNvPr id="5123" name="TextBox 4"/>
          <p:cNvSpPr>
            <a:spLocks noChangeArrowheads="1"/>
          </p:cNvSpPr>
          <p:nvPr/>
        </p:nvSpPr>
        <p:spPr bwMode="auto">
          <a:xfrm>
            <a:off x="3718509" y="2658896"/>
            <a:ext cx="308567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Calibri" panose="020F0502020204030204" pitchFamily="34" charset="0"/>
              </a:rPr>
              <a:t>用例建模</a:t>
            </a:r>
          </a:p>
        </p:txBody>
      </p:sp>
      <p:sp>
        <p:nvSpPr>
          <p:cNvPr id="5124" name="TextBox 5"/>
          <p:cNvSpPr>
            <a:spLocks noChangeArrowheads="1"/>
          </p:cNvSpPr>
          <p:nvPr/>
        </p:nvSpPr>
        <p:spPr bwMode="auto">
          <a:xfrm>
            <a:off x="2715735" y="1975869"/>
            <a:ext cx="841897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8000" b="1" dirty="0">
                <a:solidFill>
                  <a:srgbClr val="FFFFFF"/>
                </a:solidFill>
                <a:latin typeface="Kozuka Mincho Pr6N H" pitchFamily="2" charset="-128"/>
                <a:ea typeface="Kozuka Mincho Pr6N H" pitchFamily="2" charset="-128"/>
                <a:sym typeface="Kozuka Mincho Pr6N H" pitchFamily="2" charset="-128"/>
              </a:rPr>
              <a:t>3</a:t>
            </a:r>
            <a:endParaRPr lang="zh-CN" altLang="en-US" sz="8000" b="1" dirty="0">
              <a:solidFill>
                <a:srgbClr val="FFFFFF"/>
              </a:solidFill>
              <a:latin typeface="Kozuka Mincho Pr6N H" pitchFamily="2" charset="-128"/>
              <a:ea typeface="Kozuka Mincho Pr6N H" pitchFamily="2" charset="-128"/>
              <a:sym typeface="Kozuka Mincho Pr6N H" pitchFamily="2" charset="-128"/>
            </a:endParaRPr>
          </a:p>
        </p:txBody>
      </p:sp>
      <p:sp>
        <p:nvSpPr>
          <p:cNvPr id="5125" name="直接连接符 6"/>
          <p:cNvSpPr>
            <a:spLocks noChangeShapeType="1"/>
          </p:cNvSpPr>
          <p:nvPr/>
        </p:nvSpPr>
        <p:spPr bwMode="auto">
          <a:xfrm>
            <a:off x="2671430" y="3167064"/>
            <a:ext cx="3772726" cy="0"/>
          </a:xfrm>
          <a:prstGeom prst="line">
            <a:avLst/>
          </a:prstGeom>
          <a:noFill/>
          <a:ln w="9525" cap="flat" cmpd="sng">
            <a:solidFill>
              <a:schemeClr val="bg1"/>
            </a:solidFill>
            <a:prstDash val="sysDot"/>
            <a:bevel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6" name="直接连接符 7"/>
          <p:cNvSpPr>
            <a:spLocks noChangeShapeType="1"/>
          </p:cNvSpPr>
          <p:nvPr/>
        </p:nvSpPr>
        <p:spPr bwMode="auto">
          <a:xfrm>
            <a:off x="2671430" y="1923696"/>
            <a:ext cx="3772726" cy="0"/>
          </a:xfrm>
          <a:prstGeom prst="line">
            <a:avLst/>
          </a:prstGeom>
          <a:noFill/>
          <a:ln w="9525" cap="flat" cmpd="sng">
            <a:solidFill>
              <a:schemeClr val="bg1"/>
            </a:solidFill>
            <a:prstDash val="sysDot"/>
            <a:bevel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9993639"/>
      </p:ext>
    </p:extLst>
  </p:cSld>
  <p:clrMapOvr>
    <a:masterClrMapping/>
  </p:clrMapOvr>
  <p:transition spd="slow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250"/>
                                        <p:tgtEl>
                                          <p:spTgt spid="51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5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5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12" dur="250"/>
                                        <p:tgtEl>
                                          <p:spTgt spid="51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250" fill="hold"/>
                                        <p:tgtEl>
                                          <p:spTgt spid="5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5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250"/>
                            </p:stCondLst>
                            <p:childTnLst>
                              <p:par>
                                <p:cTn id="1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250" fill="hold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250" fill="hold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25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25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2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250" fill="hold"/>
                                        <p:tgtEl>
                                          <p:spTgt spid="5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250" fill="hold"/>
                                        <p:tgtEl>
                                          <p:spTgt spid="5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1" dur="250"/>
                                        <p:tgtEl>
                                          <p:spTgt spid="5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250"/>
                                        <p:tgtEl>
                                          <p:spTgt spid="5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5" dur="250"/>
                                        <p:tgtEl>
                                          <p:spTgt spid="5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250"/>
                                        <p:tgtEl>
                                          <p:spTgt spid="5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50"/>
                            </p:stCondLst>
                            <p:childTnLst>
                              <p:par>
                                <p:cTn id="39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0" dur="250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250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4" dur="250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250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 calcmode="lin" valueType="num">
                                      <p:cBhvr additive="base">
                                        <p:cTn id="48" dur="250"/>
                                        <p:tgtEl>
                                          <p:spTgt spid="5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250"/>
                                        <p:tgtEl>
                                          <p:spTgt spid="5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2" grpId="0" animBg="1"/>
      <p:bldP spid="5122" grpId="1" animBg="1"/>
      <p:bldP spid="5123" grpId="0"/>
      <p:bldP spid="5123" grpId="1"/>
      <p:bldP spid="5124" grpId="0"/>
      <p:bldP spid="5124" grpId="1"/>
      <p:bldP spid="5125" grpId="0" animBg="1"/>
      <p:bldP spid="5125" grpId="1" animBg="1"/>
      <p:bldP spid="5126" grpId="0" animBg="1"/>
      <p:bldP spid="5126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矩形 6"/>
          <p:cNvSpPr>
            <a:spLocks noChangeArrowheads="1"/>
          </p:cNvSpPr>
          <p:nvPr/>
        </p:nvSpPr>
        <p:spPr bwMode="auto">
          <a:xfrm>
            <a:off x="0" y="627063"/>
            <a:ext cx="9144000" cy="4105275"/>
          </a:xfrm>
          <a:prstGeom prst="rect">
            <a:avLst/>
          </a:prstGeom>
          <a:solidFill>
            <a:srgbClr val="FFFFFF">
              <a:alpha val="5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25400" cap="flat" cmpd="sng">
                <a:solidFill>
                  <a:srgbClr val="395E8A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6147" name="TextBox 7"/>
          <p:cNvSpPr>
            <a:spLocks noChangeArrowheads="1"/>
          </p:cNvSpPr>
          <p:nvPr/>
        </p:nvSpPr>
        <p:spPr bwMode="auto">
          <a:xfrm>
            <a:off x="0" y="365125"/>
            <a:ext cx="3203575" cy="523875"/>
          </a:xfrm>
          <a:prstGeom prst="rect">
            <a:avLst/>
          </a:prstGeom>
          <a:solidFill>
            <a:srgbClr val="E36C0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zh-CN" altLang="zh-CN" sz="2800" b="1">
              <a:solidFill>
                <a:schemeClr val="bg1"/>
              </a:solidFill>
              <a:latin typeface="Calibri" panose="020F0502020204030204" pitchFamily="34" charset="0"/>
              <a:sym typeface="宋体" panose="02010600030101010101" pitchFamily="2" charset="-122"/>
            </a:endParaRPr>
          </a:p>
        </p:txBody>
      </p:sp>
      <p:sp>
        <p:nvSpPr>
          <p:cNvPr id="6161" name="矩形 15"/>
          <p:cNvSpPr>
            <a:spLocks noChangeArrowheads="1"/>
          </p:cNvSpPr>
          <p:nvPr/>
        </p:nvSpPr>
        <p:spPr bwMode="auto">
          <a:xfrm>
            <a:off x="144323" y="365125"/>
            <a:ext cx="320357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Calibri" panose="020F0502020204030204" pitchFamily="34" charset="0"/>
              </a:rPr>
              <a:t>第三章复习要点</a:t>
            </a:r>
          </a:p>
        </p:txBody>
      </p:sp>
      <p:sp>
        <p:nvSpPr>
          <p:cNvPr id="210" name="Freeform 3"/>
          <p:cNvSpPr>
            <a:spLocks/>
          </p:cNvSpPr>
          <p:nvPr/>
        </p:nvSpPr>
        <p:spPr bwMode="gray">
          <a:xfrm flipH="1" flipV="1">
            <a:off x="251638" y="2955356"/>
            <a:ext cx="8712725" cy="1704976"/>
          </a:xfrm>
          <a:custGeom>
            <a:avLst/>
            <a:gdLst>
              <a:gd name="T0" fmla="*/ 2147483647 w 3796"/>
              <a:gd name="T1" fmla="*/ 2147483647 h 816"/>
              <a:gd name="T2" fmla="*/ 2147483647 w 3796"/>
              <a:gd name="T3" fmla="*/ 2147483647 h 816"/>
              <a:gd name="T4" fmla="*/ 2147483647 w 3796"/>
              <a:gd name="T5" fmla="*/ 2147483647 h 816"/>
              <a:gd name="T6" fmla="*/ 2147483647 w 3796"/>
              <a:gd name="T7" fmla="*/ 2147483647 h 816"/>
              <a:gd name="T8" fmla="*/ 2147483647 w 3796"/>
              <a:gd name="T9" fmla="*/ 2147483647 h 816"/>
              <a:gd name="T10" fmla="*/ 2147483647 w 3796"/>
              <a:gd name="T11" fmla="*/ 2147483647 h 816"/>
              <a:gd name="T12" fmla="*/ 2147483647 w 3796"/>
              <a:gd name="T13" fmla="*/ 2147483647 h 816"/>
              <a:gd name="T14" fmla="*/ 2147483647 w 3796"/>
              <a:gd name="T15" fmla="*/ 2147483647 h 816"/>
              <a:gd name="T16" fmla="*/ 2147483647 w 3796"/>
              <a:gd name="T17" fmla="*/ 2147483647 h 816"/>
              <a:gd name="T18" fmla="*/ 2147483647 w 3796"/>
              <a:gd name="T19" fmla="*/ 2147483647 h 816"/>
              <a:gd name="T20" fmla="*/ 2147483647 w 3796"/>
              <a:gd name="T21" fmla="*/ 2147483647 h 816"/>
              <a:gd name="T22" fmla="*/ 2147483647 w 3796"/>
              <a:gd name="T23" fmla="*/ 2147483647 h 816"/>
              <a:gd name="T24" fmla="*/ 2147483647 w 3796"/>
              <a:gd name="T25" fmla="*/ 2147483647 h 81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3796" h="816">
                <a:moveTo>
                  <a:pt x="3724" y="288"/>
                </a:moveTo>
                <a:cubicBezTo>
                  <a:pt x="2535" y="289"/>
                  <a:pt x="1346" y="290"/>
                  <a:pt x="1346" y="290"/>
                </a:cubicBezTo>
                <a:cubicBezTo>
                  <a:pt x="1304" y="288"/>
                  <a:pt x="1272" y="282"/>
                  <a:pt x="1246" y="258"/>
                </a:cubicBezTo>
                <a:cubicBezTo>
                  <a:pt x="1156" y="168"/>
                  <a:pt x="1066" y="79"/>
                  <a:pt x="1066" y="79"/>
                </a:cubicBezTo>
                <a:cubicBezTo>
                  <a:pt x="1034" y="48"/>
                  <a:pt x="1002" y="0"/>
                  <a:pt x="923" y="4"/>
                </a:cubicBezTo>
                <a:cubicBezTo>
                  <a:pt x="513" y="4"/>
                  <a:pt x="103" y="4"/>
                  <a:pt x="103" y="4"/>
                </a:cubicBezTo>
                <a:cubicBezTo>
                  <a:pt x="38" y="4"/>
                  <a:pt x="0" y="42"/>
                  <a:pt x="2" y="88"/>
                </a:cubicBezTo>
                <a:cubicBezTo>
                  <a:pt x="2" y="410"/>
                  <a:pt x="2" y="729"/>
                  <a:pt x="2" y="729"/>
                </a:cubicBezTo>
                <a:cubicBezTo>
                  <a:pt x="0" y="812"/>
                  <a:pt x="103" y="804"/>
                  <a:pt x="103" y="804"/>
                </a:cubicBezTo>
                <a:cubicBezTo>
                  <a:pt x="1895" y="804"/>
                  <a:pt x="3688" y="804"/>
                  <a:pt x="3688" y="804"/>
                </a:cubicBezTo>
                <a:cubicBezTo>
                  <a:pt x="3688" y="804"/>
                  <a:pt x="3794" y="816"/>
                  <a:pt x="3790" y="716"/>
                </a:cubicBezTo>
                <a:cubicBezTo>
                  <a:pt x="3790" y="536"/>
                  <a:pt x="3790" y="356"/>
                  <a:pt x="3790" y="356"/>
                </a:cubicBezTo>
                <a:cubicBezTo>
                  <a:pt x="3790" y="356"/>
                  <a:pt x="3796" y="288"/>
                  <a:pt x="3724" y="288"/>
                </a:cubicBezTo>
                <a:close/>
              </a:path>
            </a:pathLst>
          </a:custGeom>
          <a:gradFill rotWithShape="1">
            <a:gsLst>
              <a:gs pos="0">
                <a:srgbClr val="B6D74D"/>
              </a:gs>
              <a:gs pos="100000">
                <a:srgbClr val="546324"/>
              </a:gs>
            </a:gsLst>
            <a:lin ang="5400000" scaled="1"/>
          </a:gradFill>
          <a:ln>
            <a:noFill/>
          </a:ln>
          <a:effectLst>
            <a:outerShdw dist="35921" dir="2700000" algn="ctr" rotWithShape="0">
              <a:srgbClr val="808080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11" name="Freeform 4"/>
          <p:cNvSpPr>
            <a:spLocks/>
          </p:cNvSpPr>
          <p:nvPr/>
        </p:nvSpPr>
        <p:spPr bwMode="gray">
          <a:xfrm>
            <a:off x="251640" y="987618"/>
            <a:ext cx="8712725" cy="2031238"/>
          </a:xfrm>
          <a:custGeom>
            <a:avLst/>
            <a:gdLst/>
            <a:ahLst/>
            <a:cxnLst>
              <a:cxn ang="0">
                <a:pos x="3724" y="288"/>
              </a:cxn>
              <a:cxn ang="0">
                <a:pos x="1346" y="290"/>
              </a:cxn>
              <a:cxn ang="0">
                <a:pos x="1246" y="258"/>
              </a:cxn>
              <a:cxn ang="0">
                <a:pos x="1066" y="79"/>
              </a:cxn>
              <a:cxn ang="0">
                <a:pos x="923" y="4"/>
              </a:cxn>
              <a:cxn ang="0">
                <a:pos x="103" y="4"/>
              </a:cxn>
              <a:cxn ang="0">
                <a:pos x="2" y="88"/>
              </a:cxn>
              <a:cxn ang="0">
                <a:pos x="2" y="729"/>
              </a:cxn>
              <a:cxn ang="0">
                <a:pos x="103" y="804"/>
              </a:cxn>
              <a:cxn ang="0">
                <a:pos x="3688" y="804"/>
              </a:cxn>
              <a:cxn ang="0">
                <a:pos x="3790" y="716"/>
              </a:cxn>
              <a:cxn ang="0">
                <a:pos x="3790" y="356"/>
              </a:cxn>
              <a:cxn ang="0">
                <a:pos x="3724" y="288"/>
              </a:cxn>
            </a:cxnLst>
            <a:rect l="0" t="0" r="r" b="b"/>
            <a:pathLst>
              <a:path w="3796" h="816">
                <a:moveTo>
                  <a:pt x="3724" y="288"/>
                </a:moveTo>
                <a:cubicBezTo>
                  <a:pt x="2535" y="289"/>
                  <a:pt x="1346" y="290"/>
                  <a:pt x="1346" y="290"/>
                </a:cubicBezTo>
                <a:cubicBezTo>
                  <a:pt x="1304" y="288"/>
                  <a:pt x="1272" y="282"/>
                  <a:pt x="1246" y="258"/>
                </a:cubicBezTo>
                <a:cubicBezTo>
                  <a:pt x="1156" y="168"/>
                  <a:pt x="1066" y="79"/>
                  <a:pt x="1066" y="79"/>
                </a:cubicBezTo>
                <a:cubicBezTo>
                  <a:pt x="1034" y="48"/>
                  <a:pt x="1002" y="0"/>
                  <a:pt x="923" y="4"/>
                </a:cubicBezTo>
                <a:cubicBezTo>
                  <a:pt x="513" y="4"/>
                  <a:pt x="103" y="4"/>
                  <a:pt x="103" y="4"/>
                </a:cubicBezTo>
                <a:cubicBezTo>
                  <a:pt x="38" y="4"/>
                  <a:pt x="0" y="42"/>
                  <a:pt x="2" y="88"/>
                </a:cubicBezTo>
                <a:cubicBezTo>
                  <a:pt x="2" y="410"/>
                  <a:pt x="2" y="729"/>
                  <a:pt x="2" y="729"/>
                </a:cubicBezTo>
                <a:cubicBezTo>
                  <a:pt x="0" y="812"/>
                  <a:pt x="103" y="804"/>
                  <a:pt x="103" y="804"/>
                </a:cubicBezTo>
                <a:cubicBezTo>
                  <a:pt x="1895" y="804"/>
                  <a:pt x="3688" y="804"/>
                  <a:pt x="3688" y="804"/>
                </a:cubicBezTo>
                <a:cubicBezTo>
                  <a:pt x="3688" y="804"/>
                  <a:pt x="3794" y="816"/>
                  <a:pt x="3790" y="716"/>
                </a:cubicBezTo>
                <a:cubicBezTo>
                  <a:pt x="3790" y="536"/>
                  <a:pt x="3790" y="356"/>
                  <a:pt x="3790" y="356"/>
                </a:cubicBezTo>
                <a:cubicBezTo>
                  <a:pt x="3790" y="356"/>
                  <a:pt x="3796" y="288"/>
                  <a:pt x="3724" y="288"/>
                </a:cubicBezTo>
                <a:close/>
              </a:path>
            </a:pathLst>
          </a:custGeom>
          <a:gradFill rotWithShape="1">
            <a:gsLst>
              <a:gs pos="0">
                <a:srgbClr val="009999"/>
              </a:gs>
              <a:gs pos="100000">
                <a:srgbClr val="009999">
                  <a:gamma/>
                  <a:shade val="46275"/>
                  <a:invGamma/>
                </a:srgbClr>
              </a:gs>
            </a:gsLst>
            <a:lin ang="5400000" scaled="1"/>
          </a:gradFill>
          <a:ln w="9525">
            <a:noFill/>
            <a:round/>
            <a:headEnd/>
            <a:tailEnd/>
          </a:ln>
          <a:effectLst>
            <a:outerShdw dist="35921" dir="2700000" algn="ctr" rotWithShape="0">
              <a:srgbClr val="808080"/>
            </a:outerShdw>
          </a:effec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323646" y="1791941"/>
            <a:ext cx="1711335" cy="2088175"/>
            <a:chOff x="323646" y="1923696"/>
            <a:chExt cx="1711335" cy="2088175"/>
          </a:xfrm>
        </p:grpSpPr>
        <p:sp>
          <p:nvSpPr>
            <p:cNvPr id="212" name="Rectangle 5"/>
            <p:cNvSpPr>
              <a:spLocks noChangeArrowheads="1"/>
            </p:cNvSpPr>
            <p:nvPr/>
          </p:nvSpPr>
          <p:spPr bwMode="gray">
            <a:xfrm>
              <a:off x="323646" y="1923696"/>
              <a:ext cx="1643062" cy="2088175"/>
            </a:xfrm>
            <a:prstGeom prst="rect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DAE9FA"/>
                </a:gs>
              </a:gsLst>
              <a:lin ang="5400000" scaled="1"/>
            </a:gradFill>
            <a:ln w="9525">
              <a:solidFill>
                <a:srgbClr val="F8F8F8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080808">
                  <a:alpha val="50000"/>
                </a:srgbClr>
              </a:outerShdw>
            </a:effec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217" name="Rectangle 10"/>
            <p:cNvSpPr>
              <a:spLocks noChangeArrowheads="1"/>
            </p:cNvSpPr>
            <p:nvPr/>
          </p:nvSpPr>
          <p:spPr bwMode="gray">
            <a:xfrm>
              <a:off x="399856" y="2481141"/>
              <a:ext cx="1635125" cy="7386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1400" kern="0" dirty="0">
                  <a:solidFill>
                    <a:srgbClr val="08080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理解需求和用例模型的概念，掌握需求获取技术及特点。</a:t>
              </a:r>
            </a:p>
          </p:txBody>
        </p:sp>
        <p:sp>
          <p:nvSpPr>
            <p:cNvPr id="231" name="AutoShape 24"/>
            <p:cNvSpPr>
              <a:spLocks noChangeArrowheads="1"/>
            </p:cNvSpPr>
            <p:nvPr/>
          </p:nvSpPr>
          <p:spPr bwMode="gray">
            <a:xfrm rot="5400000">
              <a:off x="1038021" y="3774764"/>
              <a:ext cx="177800" cy="152400"/>
            </a:xfrm>
            <a:prstGeom prst="triangle">
              <a:avLst>
                <a:gd name="adj" fmla="val 50000"/>
              </a:avLst>
            </a:prstGeom>
            <a:solidFill>
              <a:srgbClr val="FF3300"/>
            </a:solidFill>
            <a:ln w="9525">
              <a:noFill/>
              <a:miter lim="800000"/>
              <a:headEnd/>
              <a:tailEnd/>
            </a:ln>
            <a:effectLst>
              <a:outerShdw dist="35921" dir="2700000" algn="ctr" rotWithShape="0">
                <a:srgbClr val="808080"/>
              </a:outerShdw>
            </a:effectLst>
          </p:spPr>
          <p:txBody>
            <a:bodyPr rot="10800000" vert="eaVert"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zh-CN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</a:endParaRPr>
            </a:p>
          </p:txBody>
        </p:sp>
        <p:grpSp>
          <p:nvGrpSpPr>
            <p:cNvPr id="241" name="Group 54"/>
            <p:cNvGrpSpPr>
              <a:grpSpLocks/>
            </p:cNvGrpSpPr>
            <p:nvPr/>
          </p:nvGrpSpPr>
          <p:grpSpPr bwMode="auto">
            <a:xfrm>
              <a:off x="933348" y="2008438"/>
              <a:ext cx="387145" cy="383689"/>
              <a:chOff x="1449" y="2355"/>
              <a:chExt cx="336" cy="333"/>
            </a:xfrm>
          </p:grpSpPr>
          <p:grpSp>
            <p:nvGrpSpPr>
              <p:cNvPr id="244" name="Group 60"/>
              <p:cNvGrpSpPr>
                <a:grpSpLocks/>
              </p:cNvGrpSpPr>
              <p:nvPr/>
            </p:nvGrpSpPr>
            <p:grpSpPr bwMode="auto">
              <a:xfrm>
                <a:off x="1449" y="2355"/>
                <a:ext cx="336" cy="333"/>
                <a:chOff x="1289" y="582"/>
                <a:chExt cx="668" cy="668"/>
              </a:xfrm>
            </p:grpSpPr>
            <p:sp>
              <p:nvSpPr>
                <p:cNvPr id="246" name="Oval 61"/>
                <p:cNvSpPr>
                  <a:spLocks noChangeArrowheads="1"/>
                </p:cNvSpPr>
                <p:nvPr/>
              </p:nvSpPr>
              <p:spPr bwMode="gray">
                <a:xfrm>
                  <a:off x="1289" y="582"/>
                  <a:ext cx="668" cy="668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38100" algn="ctr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247" name="Oval 62"/>
                <p:cNvSpPr>
                  <a:spLocks noChangeArrowheads="1"/>
                </p:cNvSpPr>
                <p:nvPr/>
              </p:nvSpPr>
              <p:spPr bwMode="gray">
                <a:xfrm>
                  <a:off x="1296" y="587"/>
                  <a:ext cx="646" cy="647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636869"/>
                    </a:gs>
                    <a:gs pos="100000">
                      <a:srgbClr val="D6E1E2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algn="ctr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eaVert"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248" name="Oval 63"/>
                <p:cNvSpPr>
                  <a:spLocks noChangeArrowheads="1"/>
                </p:cNvSpPr>
                <p:nvPr/>
              </p:nvSpPr>
              <p:spPr bwMode="gray">
                <a:xfrm>
                  <a:off x="1304" y="591"/>
                  <a:ext cx="631" cy="631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D6E1E2">
                        <a:alpha val="0"/>
                      </a:srgbClr>
                    </a:gs>
                    <a:gs pos="100000">
                      <a:srgbClr val="F1F5F5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algn="ctr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eaVert"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249" name="Oval 64"/>
                <p:cNvSpPr>
                  <a:spLocks noChangeArrowheads="1"/>
                </p:cNvSpPr>
                <p:nvPr/>
              </p:nvSpPr>
              <p:spPr bwMode="gray">
                <a:xfrm>
                  <a:off x="1311" y="597"/>
                  <a:ext cx="600" cy="589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AAB2B3"/>
                    </a:gs>
                    <a:gs pos="100000">
                      <a:srgbClr val="D6E1E2">
                        <a:alpha val="48000"/>
                      </a:srgbClr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algn="ctr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eaVert"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250" name="Oval 65"/>
                <p:cNvSpPr>
                  <a:spLocks noChangeArrowheads="1"/>
                </p:cNvSpPr>
                <p:nvPr/>
              </p:nvSpPr>
              <p:spPr bwMode="gray">
                <a:xfrm>
                  <a:off x="1346" y="613"/>
                  <a:ext cx="533" cy="479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FFFF"/>
                    </a:gs>
                    <a:gs pos="100000">
                      <a:srgbClr val="D6E1E2">
                        <a:alpha val="37999"/>
                      </a:srgbClr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algn="ctr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eaVert"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9pPr>
                </a:lstStyle>
                <a:p>
                  <a:pPr algn="ctr"/>
                  <a:endParaRPr lang="zh-CN" altLang="zh-CN"/>
                </a:p>
              </p:txBody>
            </p:sp>
          </p:grpSp>
          <p:sp>
            <p:nvSpPr>
              <p:cNvPr id="245" name="Text Box 66"/>
              <p:cNvSpPr txBox="1">
                <a:spLocks noChangeArrowheads="1"/>
              </p:cNvSpPr>
              <p:nvPr/>
            </p:nvSpPr>
            <p:spPr bwMode="gray">
              <a:xfrm>
                <a:off x="1497" y="2363"/>
                <a:ext cx="240" cy="3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9pPr>
              </a:lstStyle>
              <a:p>
                <a:pPr algn="ctr"/>
                <a:r>
                  <a:rPr lang="en-US" altLang="zh-CN" dirty="0">
                    <a:solidFill>
                      <a:srgbClr val="000000"/>
                    </a:solidFill>
                  </a:rPr>
                  <a:t>1</a:t>
                </a:r>
              </a:p>
            </p:txBody>
          </p:sp>
        </p:grpSp>
      </p:grpSp>
      <p:grpSp>
        <p:nvGrpSpPr>
          <p:cNvPr id="5" name="组合 4"/>
          <p:cNvGrpSpPr/>
          <p:nvPr/>
        </p:nvGrpSpPr>
        <p:grpSpPr>
          <a:xfrm>
            <a:off x="2016930" y="1791942"/>
            <a:ext cx="1690998" cy="2088174"/>
            <a:chOff x="2016930" y="1923697"/>
            <a:chExt cx="1690998" cy="2088174"/>
          </a:xfrm>
        </p:grpSpPr>
        <p:sp>
          <p:nvSpPr>
            <p:cNvPr id="213" name="Rectangle 6"/>
            <p:cNvSpPr>
              <a:spLocks noChangeArrowheads="1"/>
            </p:cNvSpPr>
            <p:nvPr/>
          </p:nvSpPr>
          <p:spPr bwMode="gray">
            <a:xfrm>
              <a:off x="2016930" y="1923697"/>
              <a:ext cx="1643062" cy="2088174"/>
            </a:xfrm>
            <a:prstGeom prst="rect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DAE9FA"/>
                </a:gs>
              </a:gsLst>
              <a:lin ang="5400000" scaled="1"/>
            </a:gradFill>
            <a:ln w="9525">
              <a:solidFill>
                <a:srgbClr val="F8F8F8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080808">
                  <a:alpha val="50000"/>
                </a:srgbClr>
              </a:outerShdw>
            </a:effec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224" name="Rectangle 17"/>
            <p:cNvSpPr>
              <a:spLocks noChangeArrowheads="1"/>
            </p:cNvSpPr>
            <p:nvPr/>
          </p:nvSpPr>
          <p:spPr bwMode="gray">
            <a:xfrm>
              <a:off x="2072803" y="2457241"/>
              <a:ext cx="1635125" cy="9541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1400" kern="0" dirty="0">
                  <a:solidFill>
                    <a:srgbClr val="08080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理解参与者、用例的概念及特点，掌握用例建模的步骤和方法。</a:t>
              </a:r>
            </a:p>
          </p:txBody>
        </p:sp>
        <p:sp>
          <p:nvSpPr>
            <p:cNvPr id="232" name="AutoShape 25"/>
            <p:cNvSpPr>
              <a:spLocks noChangeArrowheads="1"/>
            </p:cNvSpPr>
            <p:nvPr/>
          </p:nvSpPr>
          <p:spPr bwMode="gray">
            <a:xfrm rot="5400000">
              <a:off x="2822768" y="3774764"/>
              <a:ext cx="177800" cy="152400"/>
            </a:xfrm>
            <a:prstGeom prst="triangle">
              <a:avLst>
                <a:gd name="adj" fmla="val 50000"/>
              </a:avLst>
            </a:prstGeom>
            <a:solidFill>
              <a:srgbClr val="FF3300"/>
            </a:solidFill>
            <a:ln w="9525">
              <a:noFill/>
              <a:miter lim="800000"/>
              <a:headEnd/>
              <a:tailEnd/>
            </a:ln>
            <a:effectLst>
              <a:outerShdw dist="35921" dir="2700000" algn="ctr" rotWithShape="0">
                <a:srgbClr val="808080"/>
              </a:outerShdw>
            </a:effectLst>
          </p:spPr>
          <p:txBody>
            <a:bodyPr rot="10800000" vert="eaVert"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zh-CN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</a:endParaRPr>
            </a:p>
          </p:txBody>
        </p:sp>
        <p:grpSp>
          <p:nvGrpSpPr>
            <p:cNvPr id="254" name="Group 54"/>
            <p:cNvGrpSpPr>
              <a:grpSpLocks/>
            </p:cNvGrpSpPr>
            <p:nvPr/>
          </p:nvGrpSpPr>
          <p:grpSpPr bwMode="auto">
            <a:xfrm>
              <a:off x="2669429" y="2026244"/>
              <a:ext cx="387145" cy="383689"/>
              <a:chOff x="1449" y="2355"/>
              <a:chExt cx="336" cy="333"/>
            </a:xfrm>
          </p:grpSpPr>
          <p:grpSp>
            <p:nvGrpSpPr>
              <p:cNvPr id="255" name="Group 60"/>
              <p:cNvGrpSpPr>
                <a:grpSpLocks/>
              </p:cNvGrpSpPr>
              <p:nvPr/>
            </p:nvGrpSpPr>
            <p:grpSpPr bwMode="auto">
              <a:xfrm>
                <a:off x="1449" y="2355"/>
                <a:ext cx="336" cy="333"/>
                <a:chOff x="1289" y="582"/>
                <a:chExt cx="668" cy="668"/>
              </a:xfrm>
            </p:grpSpPr>
            <p:sp>
              <p:nvSpPr>
                <p:cNvPr id="257" name="Oval 61"/>
                <p:cNvSpPr>
                  <a:spLocks noChangeArrowheads="1"/>
                </p:cNvSpPr>
                <p:nvPr/>
              </p:nvSpPr>
              <p:spPr bwMode="gray">
                <a:xfrm>
                  <a:off x="1289" y="582"/>
                  <a:ext cx="668" cy="668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38100" algn="ctr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258" name="Oval 62"/>
                <p:cNvSpPr>
                  <a:spLocks noChangeArrowheads="1"/>
                </p:cNvSpPr>
                <p:nvPr/>
              </p:nvSpPr>
              <p:spPr bwMode="gray">
                <a:xfrm>
                  <a:off x="1296" y="587"/>
                  <a:ext cx="646" cy="647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636869"/>
                    </a:gs>
                    <a:gs pos="100000">
                      <a:srgbClr val="D6E1E2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algn="ctr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eaVert"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259" name="Oval 63"/>
                <p:cNvSpPr>
                  <a:spLocks noChangeArrowheads="1"/>
                </p:cNvSpPr>
                <p:nvPr/>
              </p:nvSpPr>
              <p:spPr bwMode="gray">
                <a:xfrm>
                  <a:off x="1304" y="591"/>
                  <a:ext cx="631" cy="631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D6E1E2">
                        <a:alpha val="0"/>
                      </a:srgbClr>
                    </a:gs>
                    <a:gs pos="100000">
                      <a:srgbClr val="F1F5F5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algn="ctr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eaVert"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260" name="Oval 64"/>
                <p:cNvSpPr>
                  <a:spLocks noChangeArrowheads="1"/>
                </p:cNvSpPr>
                <p:nvPr/>
              </p:nvSpPr>
              <p:spPr bwMode="gray">
                <a:xfrm>
                  <a:off x="1311" y="597"/>
                  <a:ext cx="600" cy="589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AAB2B3"/>
                    </a:gs>
                    <a:gs pos="100000">
                      <a:srgbClr val="D6E1E2">
                        <a:alpha val="48000"/>
                      </a:srgbClr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algn="ctr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eaVert"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261" name="Oval 65"/>
                <p:cNvSpPr>
                  <a:spLocks noChangeArrowheads="1"/>
                </p:cNvSpPr>
                <p:nvPr/>
              </p:nvSpPr>
              <p:spPr bwMode="gray">
                <a:xfrm>
                  <a:off x="1346" y="613"/>
                  <a:ext cx="533" cy="479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FFFF"/>
                    </a:gs>
                    <a:gs pos="100000">
                      <a:srgbClr val="D6E1E2">
                        <a:alpha val="37999"/>
                      </a:srgbClr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algn="ctr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eaVert"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9pPr>
                </a:lstStyle>
                <a:p>
                  <a:pPr algn="ctr"/>
                  <a:endParaRPr lang="zh-CN" altLang="zh-CN"/>
                </a:p>
              </p:txBody>
            </p:sp>
          </p:grpSp>
          <p:sp>
            <p:nvSpPr>
              <p:cNvPr id="256" name="Text Box 66"/>
              <p:cNvSpPr txBox="1">
                <a:spLocks noChangeArrowheads="1"/>
              </p:cNvSpPr>
              <p:nvPr/>
            </p:nvSpPr>
            <p:spPr bwMode="gray">
              <a:xfrm>
                <a:off x="1497" y="2363"/>
                <a:ext cx="240" cy="3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9pPr>
              </a:lstStyle>
              <a:p>
                <a:pPr algn="ctr"/>
                <a:r>
                  <a:rPr lang="en-US" altLang="zh-CN" dirty="0">
                    <a:solidFill>
                      <a:srgbClr val="000000"/>
                    </a:solidFill>
                  </a:rPr>
                  <a:t>2</a:t>
                </a:r>
              </a:p>
            </p:txBody>
          </p:sp>
        </p:grpSp>
      </p:grpSp>
      <p:grpSp>
        <p:nvGrpSpPr>
          <p:cNvPr id="6" name="组合 5"/>
          <p:cNvGrpSpPr/>
          <p:nvPr/>
        </p:nvGrpSpPr>
        <p:grpSpPr>
          <a:xfrm>
            <a:off x="3707928" y="1791942"/>
            <a:ext cx="1643063" cy="2088174"/>
            <a:chOff x="3707928" y="1923697"/>
            <a:chExt cx="1643063" cy="2088174"/>
          </a:xfrm>
        </p:grpSpPr>
        <p:sp>
          <p:nvSpPr>
            <p:cNvPr id="214" name="Rectangle 7"/>
            <p:cNvSpPr>
              <a:spLocks noChangeArrowheads="1"/>
            </p:cNvSpPr>
            <p:nvPr/>
          </p:nvSpPr>
          <p:spPr bwMode="gray">
            <a:xfrm>
              <a:off x="3707928" y="1923697"/>
              <a:ext cx="1643063" cy="2088174"/>
            </a:xfrm>
            <a:prstGeom prst="rect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DAE9FA"/>
                </a:gs>
              </a:gsLst>
              <a:lin ang="5400000" scaled="1"/>
            </a:gradFill>
            <a:ln w="9525">
              <a:solidFill>
                <a:srgbClr val="F8F8F8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080808">
                  <a:alpha val="50000"/>
                </a:srgbClr>
              </a:outerShdw>
            </a:effec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225" name="Rectangle 18"/>
            <p:cNvSpPr>
              <a:spLocks noChangeArrowheads="1"/>
            </p:cNvSpPr>
            <p:nvPr/>
          </p:nvSpPr>
          <p:spPr bwMode="gray">
            <a:xfrm>
              <a:off x="3712691" y="2457241"/>
              <a:ext cx="1635125" cy="11695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1400" kern="0" dirty="0">
                  <a:solidFill>
                    <a:srgbClr val="08080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理解事件流、场景，前置条件、后置条件、补充约束的概念，掌握用例文档的编写方法。</a:t>
              </a:r>
            </a:p>
          </p:txBody>
        </p:sp>
        <p:sp>
          <p:nvSpPr>
            <p:cNvPr id="233" name="AutoShape 26"/>
            <p:cNvSpPr>
              <a:spLocks noChangeArrowheads="1"/>
            </p:cNvSpPr>
            <p:nvPr/>
          </p:nvSpPr>
          <p:spPr bwMode="gray">
            <a:xfrm rot="5400000">
              <a:off x="4473103" y="3774764"/>
              <a:ext cx="177800" cy="152400"/>
            </a:xfrm>
            <a:prstGeom prst="triangle">
              <a:avLst>
                <a:gd name="adj" fmla="val 50000"/>
              </a:avLst>
            </a:prstGeom>
            <a:solidFill>
              <a:srgbClr val="FF3300"/>
            </a:solidFill>
            <a:ln w="9525">
              <a:noFill/>
              <a:miter lim="800000"/>
              <a:headEnd/>
              <a:tailEnd/>
            </a:ln>
            <a:effectLst>
              <a:outerShdw dist="35921" dir="2700000" algn="ctr" rotWithShape="0">
                <a:srgbClr val="808080"/>
              </a:outerShdw>
            </a:effectLst>
          </p:spPr>
          <p:txBody>
            <a:bodyPr rot="10800000" vert="eaVert"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zh-CN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</a:endParaRPr>
            </a:p>
          </p:txBody>
        </p:sp>
        <p:grpSp>
          <p:nvGrpSpPr>
            <p:cNvPr id="262" name="Group 54"/>
            <p:cNvGrpSpPr>
              <a:grpSpLocks/>
            </p:cNvGrpSpPr>
            <p:nvPr/>
          </p:nvGrpSpPr>
          <p:grpSpPr bwMode="auto">
            <a:xfrm>
              <a:off x="4292230" y="2026244"/>
              <a:ext cx="387145" cy="383689"/>
              <a:chOff x="1449" y="2355"/>
              <a:chExt cx="336" cy="333"/>
            </a:xfrm>
          </p:grpSpPr>
          <p:grpSp>
            <p:nvGrpSpPr>
              <p:cNvPr id="263" name="Group 60"/>
              <p:cNvGrpSpPr>
                <a:grpSpLocks/>
              </p:cNvGrpSpPr>
              <p:nvPr/>
            </p:nvGrpSpPr>
            <p:grpSpPr bwMode="auto">
              <a:xfrm>
                <a:off x="1449" y="2355"/>
                <a:ext cx="336" cy="333"/>
                <a:chOff x="1289" y="582"/>
                <a:chExt cx="668" cy="668"/>
              </a:xfrm>
            </p:grpSpPr>
            <p:sp>
              <p:nvSpPr>
                <p:cNvPr id="265" name="Oval 61"/>
                <p:cNvSpPr>
                  <a:spLocks noChangeArrowheads="1"/>
                </p:cNvSpPr>
                <p:nvPr/>
              </p:nvSpPr>
              <p:spPr bwMode="gray">
                <a:xfrm>
                  <a:off x="1289" y="582"/>
                  <a:ext cx="668" cy="668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38100" algn="ctr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266" name="Oval 62"/>
                <p:cNvSpPr>
                  <a:spLocks noChangeArrowheads="1"/>
                </p:cNvSpPr>
                <p:nvPr/>
              </p:nvSpPr>
              <p:spPr bwMode="gray">
                <a:xfrm>
                  <a:off x="1296" y="587"/>
                  <a:ext cx="646" cy="647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636869"/>
                    </a:gs>
                    <a:gs pos="100000">
                      <a:srgbClr val="D6E1E2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algn="ctr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eaVert"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267" name="Oval 63"/>
                <p:cNvSpPr>
                  <a:spLocks noChangeArrowheads="1"/>
                </p:cNvSpPr>
                <p:nvPr/>
              </p:nvSpPr>
              <p:spPr bwMode="gray">
                <a:xfrm>
                  <a:off x="1304" y="591"/>
                  <a:ext cx="631" cy="631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D6E1E2">
                        <a:alpha val="0"/>
                      </a:srgbClr>
                    </a:gs>
                    <a:gs pos="100000">
                      <a:srgbClr val="F1F5F5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algn="ctr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eaVert"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268" name="Oval 64"/>
                <p:cNvSpPr>
                  <a:spLocks noChangeArrowheads="1"/>
                </p:cNvSpPr>
                <p:nvPr/>
              </p:nvSpPr>
              <p:spPr bwMode="gray">
                <a:xfrm>
                  <a:off x="1311" y="597"/>
                  <a:ext cx="600" cy="589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AAB2B3"/>
                    </a:gs>
                    <a:gs pos="100000">
                      <a:srgbClr val="D6E1E2">
                        <a:alpha val="48000"/>
                      </a:srgbClr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algn="ctr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eaVert"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269" name="Oval 65"/>
                <p:cNvSpPr>
                  <a:spLocks noChangeArrowheads="1"/>
                </p:cNvSpPr>
                <p:nvPr/>
              </p:nvSpPr>
              <p:spPr bwMode="gray">
                <a:xfrm>
                  <a:off x="1346" y="613"/>
                  <a:ext cx="533" cy="479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FFFF"/>
                    </a:gs>
                    <a:gs pos="100000">
                      <a:srgbClr val="D6E1E2">
                        <a:alpha val="37999"/>
                      </a:srgbClr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algn="ctr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eaVert"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9pPr>
                </a:lstStyle>
                <a:p>
                  <a:pPr algn="ctr"/>
                  <a:endParaRPr lang="zh-CN" altLang="zh-CN"/>
                </a:p>
              </p:txBody>
            </p:sp>
          </p:grpSp>
          <p:sp>
            <p:nvSpPr>
              <p:cNvPr id="264" name="Text Box 66"/>
              <p:cNvSpPr txBox="1">
                <a:spLocks noChangeArrowheads="1"/>
              </p:cNvSpPr>
              <p:nvPr/>
            </p:nvSpPr>
            <p:spPr bwMode="gray">
              <a:xfrm>
                <a:off x="1497" y="2363"/>
                <a:ext cx="240" cy="3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9pPr>
              </a:lstStyle>
              <a:p>
                <a:pPr algn="ctr"/>
                <a:r>
                  <a:rPr lang="en-US" altLang="zh-CN" dirty="0">
                    <a:solidFill>
                      <a:srgbClr val="000000"/>
                    </a:solidFill>
                  </a:rPr>
                  <a:t>3</a:t>
                </a:r>
              </a:p>
            </p:txBody>
          </p:sp>
        </p:grpSp>
      </p:grpSp>
      <p:grpSp>
        <p:nvGrpSpPr>
          <p:cNvPr id="8" name="组合 7"/>
          <p:cNvGrpSpPr/>
          <p:nvPr/>
        </p:nvGrpSpPr>
        <p:grpSpPr>
          <a:xfrm>
            <a:off x="7164216" y="1779684"/>
            <a:ext cx="1643063" cy="2088174"/>
            <a:chOff x="7164216" y="1911439"/>
            <a:chExt cx="1643063" cy="2088174"/>
          </a:xfrm>
        </p:grpSpPr>
        <p:sp>
          <p:nvSpPr>
            <p:cNvPr id="278" name="Rectangle 8"/>
            <p:cNvSpPr>
              <a:spLocks noChangeArrowheads="1"/>
            </p:cNvSpPr>
            <p:nvPr/>
          </p:nvSpPr>
          <p:spPr bwMode="gray">
            <a:xfrm>
              <a:off x="7164216" y="1911439"/>
              <a:ext cx="1643063" cy="2088174"/>
            </a:xfrm>
            <a:prstGeom prst="rect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DAE9FA"/>
                </a:gs>
              </a:gsLst>
              <a:lin ang="5400000" scaled="1"/>
            </a:gradFill>
            <a:ln w="9525">
              <a:solidFill>
                <a:srgbClr val="F8F8F8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080808">
                  <a:alpha val="50000"/>
                </a:srgbClr>
              </a:outerShdw>
            </a:effec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279" name="Rectangle 19"/>
            <p:cNvSpPr>
              <a:spLocks noChangeArrowheads="1"/>
            </p:cNvSpPr>
            <p:nvPr/>
          </p:nvSpPr>
          <p:spPr bwMode="gray">
            <a:xfrm>
              <a:off x="7164216" y="2487487"/>
              <a:ext cx="1635125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1400" kern="0" dirty="0">
                  <a:solidFill>
                    <a:srgbClr val="08080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掌握用例分包技术。</a:t>
              </a:r>
            </a:p>
          </p:txBody>
        </p:sp>
        <p:sp>
          <p:nvSpPr>
            <p:cNvPr id="280" name="Rectangle 27"/>
            <p:cNvSpPr>
              <a:spLocks noChangeArrowheads="1"/>
            </p:cNvSpPr>
            <p:nvPr/>
          </p:nvSpPr>
          <p:spPr bwMode="gray">
            <a:xfrm rot="5400000">
              <a:off x="7892879" y="3762507"/>
              <a:ext cx="177800" cy="152400"/>
            </a:xfrm>
            <a:prstGeom prst="rect">
              <a:avLst/>
            </a:prstGeom>
            <a:solidFill>
              <a:srgbClr val="FF3300"/>
            </a:solidFill>
            <a:ln w="9525">
              <a:noFill/>
              <a:miter lim="800000"/>
              <a:headEnd/>
              <a:tailEnd/>
            </a:ln>
            <a:effectLst>
              <a:outerShdw dist="35921" dir="2700000" algn="ctr" rotWithShape="0">
                <a:srgbClr val="808080"/>
              </a:outerShdw>
            </a:effectLst>
          </p:spPr>
          <p:txBody>
            <a:bodyPr rot="10800000" vert="eaVert"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zh-CN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</a:endParaRPr>
            </a:p>
          </p:txBody>
        </p:sp>
        <p:grpSp>
          <p:nvGrpSpPr>
            <p:cNvPr id="281" name="Group 54"/>
            <p:cNvGrpSpPr>
              <a:grpSpLocks/>
            </p:cNvGrpSpPr>
            <p:nvPr/>
          </p:nvGrpSpPr>
          <p:grpSpPr bwMode="auto">
            <a:xfrm>
              <a:off x="7788206" y="2031792"/>
              <a:ext cx="387145" cy="383689"/>
              <a:chOff x="1449" y="2355"/>
              <a:chExt cx="336" cy="333"/>
            </a:xfrm>
          </p:grpSpPr>
          <p:grpSp>
            <p:nvGrpSpPr>
              <p:cNvPr id="282" name="Group 60"/>
              <p:cNvGrpSpPr>
                <a:grpSpLocks/>
              </p:cNvGrpSpPr>
              <p:nvPr/>
            </p:nvGrpSpPr>
            <p:grpSpPr bwMode="auto">
              <a:xfrm>
                <a:off x="1449" y="2355"/>
                <a:ext cx="336" cy="333"/>
                <a:chOff x="1289" y="582"/>
                <a:chExt cx="668" cy="668"/>
              </a:xfrm>
            </p:grpSpPr>
            <p:sp>
              <p:nvSpPr>
                <p:cNvPr id="284" name="Oval 61"/>
                <p:cNvSpPr>
                  <a:spLocks noChangeArrowheads="1"/>
                </p:cNvSpPr>
                <p:nvPr/>
              </p:nvSpPr>
              <p:spPr bwMode="gray">
                <a:xfrm>
                  <a:off x="1289" y="582"/>
                  <a:ext cx="668" cy="668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38100" algn="ctr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285" name="Oval 62"/>
                <p:cNvSpPr>
                  <a:spLocks noChangeArrowheads="1"/>
                </p:cNvSpPr>
                <p:nvPr/>
              </p:nvSpPr>
              <p:spPr bwMode="gray">
                <a:xfrm>
                  <a:off x="1296" y="587"/>
                  <a:ext cx="646" cy="647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636869"/>
                    </a:gs>
                    <a:gs pos="100000">
                      <a:srgbClr val="D6E1E2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algn="ctr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eaVert"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286" name="Oval 63"/>
                <p:cNvSpPr>
                  <a:spLocks noChangeArrowheads="1"/>
                </p:cNvSpPr>
                <p:nvPr/>
              </p:nvSpPr>
              <p:spPr bwMode="gray">
                <a:xfrm>
                  <a:off x="1304" y="591"/>
                  <a:ext cx="631" cy="631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D6E1E2">
                        <a:alpha val="0"/>
                      </a:srgbClr>
                    </a:gs>
                    <a:gs pos="100000">
                      <a:srgbClr val="F1F5F5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algn="ctr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eaVert"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287" name="Oval 64"/>
                <p:cNvSpPr>
                  <a:spLocks noChangeArrowheads="1"/>
                </p:cNvSpPr>
                <p:nvPr/>
              </p:nvSpPr>
              <p:spPr bwMode="gray">
                <a:xfrm>
                  <a:off x="1311" y="597"/>
                  <a:ext cx="600" cy="589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AAB2B3"/>
                    </a:gs>
                    <a:gs pos="100000">
                      <a:srgbClr val="D6E1E2">
                        <a:alpha val="48000"/>
                      </a:srgbClr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algn="ctr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eaVert"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288" name="Oval 65"/>
                <p:cNvSpPr>
                  <a:spLocks noChangeArrowheads="1"/>
                </p:cNvSpPr>
                <p:nvPr/>
              </p:nvSpPr>
              <p:spPr bwMode="gray">
                <a:xfrm>
                  <a:off x="1346" y="613"/>
                  <a:ext cx="533" cy="479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FFFF"/>
                    </a:gs>
                    <a:gs pos="100000">
                      <a:srgbClr val="D6E1E2">
                        <a:alpha val="37999"/>
                      </a:srgbClr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algn="ctr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eaVert"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9pPr>
                </a:lstStyle>
                <a:p>
                  <a:pPr algn="ctr"/>
                  <a:endParaRPr lang="zh-CN" altLang="zh-CN"/>
                </a:p>
              </p:txBody>
            </p:sp>
          </p:grpSp>
          <p:sp>
            <p:nvSpPr>
              <p:cNvPr id="283" name="Text Box 66"/>
              <p:cNvSpPr txBox="1">
                <a:spLocks noChangeArrowheads="1"/>
              </p:cNvSpPr>
              <p:nvPr/>
            </p:nvSpPr>
            <p:spPr bwMode="gray">
              <a:xfrm>
                <a:off x="1497" y="2363"/>
                <a:ext cx="240" cy="3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9pPr>
              </a:lstStyle>
              <a:p>
                <a:pPr algn="ctr"/>
                <a:r>
                  <a:rPr lang="en-US" altLang="zh-CN" dirty="0">
                    <a:solidFill>
                      <a:srgbClr val="000000"/>
                    </a:solidFill>
                  </a:rPr>
                  <a:t>5</a:t>
                </a:r>
              </a:p>
            </p:txBody>
          </p:sp>
        </p:grpSp>
      </p:grpSp>
      <p:grpSp>
        <p:nvGrpSpPr>
          <p:cNvPr id="7" name="组合 6"/>
          <p:cNvGrpSpPr/>
          <p:nvPr/>
        </p:nvGrpSpPr>
        <p:grpSpPr>
          <a:xfrm>
            <a:off x="5436072" y="1791942"/>
            <a:ext cx="1643063" cy="2088174"/>
            <a:chOff x="5436072" y="1923697"/>
            <a:chExt cx="1643063" cy="2088174"/>
          </a:xfrm>
        </p:grpSpPr>
        <p:sp>
          <p:nvSpPr>
            <p:cNvPr id="215" name="Rectangle 8"/>
            <p:cNvSpPr>
              <a:spLocks noChangeArrowheads="1"/>
            </p:cNvSpPr>
            <p:nvPr/>
          </p:nvSpPr>
          <p:spPr bwMode="gray">
            <a:xfrm>
              <a:off x="5436072" y="1923697"/>
              <a:ext cx="1643063" cy="2088174"/>
            </a:xfrm>
            <a:prstGeom prst="rect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DAE9FA"/>
                </a:gs>
              </a:gsLst>
              <a:lin ang="5400000" scaled="1"/>
            </a:gradFill>
            <a:ln w="9525">
              <a:solidFill>
                <a:srgbClr val="F8F8F8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080808">
                  <a:alpha val="50000"/>
                </a:srgbClr>
              </a:outerShdw>
            </a:effec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226" name="Rectangle 19"/>
            <p:cNvSpPr>
              <a:spLocks noChangeArrowheads="1"/>
            </p:cNvSpPr>
            <p:nvPr/>
          </p:nvSpPr>
          <p:spPr bwMode="gray">
            <a:xfrm>
              <a:off x="5436072" y="2462218"/>
              <a:ext cx="1635125" cy="11695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1400" kern="0" dirty="0">
                  <a:solidFill>
                    <a:srgbClr val="08080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理解用例间的包含、扩展和泛化关系及特点，掌握利用用例关系分解复杂用例的方法。</a:t>
              </a:r>
            </a:p>
          </p:txBody>
        </p:sp>
        <p:grpSp>
          <p:nvGrpSpPr>
            <p:cNvPr id="270" name="Group 54"/>
            <p:cNvGrpSpPr>
              <a:grpSpLocks/>
            </p:cNvGrpSpPr>
            <p:nvPr/>
          </p:nvGrpSpPr>
          <p:grpSpPr bwMode="auto">
            <a:xfrm>
              <a:off x="6060062" y="2044050"/>
              <a:ext cx="387145" cy="383689"/>
              <a:chOff x="1449" y="2355"/>
              <a:chExt cx="336" cy="333"/>
            </a:xfrm>
          </p:grpSpPr>
          <p:grpSp>
            <p:nvGrpSpPr>
              <p:cNvPr id="271" name="Group 60"/>
              <p:cNvGrpSpPr>
                <a:grpSpLocks/>
              </p:cNvGrpSpPr>
              <p:nvPr/>
            </p:nvGrpSpPr>
            <p:grpSpPr bwMode="auto">
              <a:xfrm>
                <a:off x="1449" y="2355"/>
                <a:ext cx="336" cy="333"/>
                <a:chOff x="1289" y="582"/>
                <a:chExt cx="668" cy="668"/>
              </a:xfrm>
            </p:grpSpPr>
            <p:sp>
              <p:nvSpPr>
                <p:cNvPr id="273" name="Oval 61"/>
                <p:cNvSpPr>
                  <a:spLocks noChangeArrowheads="1"/>
                </p:cNvSpPr>
                <p:nvPr/>
              </p:nvSpPr>
              <p:spPr bwMode="gray">
                <a:xfrm>
                  <a:off x="1289" y="582"/>
                  <a:ext cx="668" cy="668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38100" algn="ctr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274" name="Oval 62"/>
                <p:cNvSpPr>
                  <a:spLocks noChangeArrowheads="1"/>
                </p:cNvSpPr>
                <p:nvPr/>
              </p:nvSpPr>
              <p:spPr bwMode="gray">
                <a:xfrm>
                  <a:off x="1296" y="587"/>
                  <a:ext cx="646" cy="647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636869"/>
                    </a:gs>
                    <a:gs pos="100000">
                      <a:srgbClr val="D6E1E2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algn="ctr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eaVert"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275" name="Oval 63"/>
                <p:cNvSpPr>
                  <a:spLocks noChangeArrowheads="1"/>
                </p:cNvSpPr>
                <p:nvPr/>
              </p:nvSpPr>
              <p:spPr bwMode="gray">
                <a:xfrm>
                  <a:off x="1304" y="591"/>
                  <a:ext cx="631" cy="631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D6E1E2">
                        <a:alpha val="0"/>
                      </a:srgbClr>
                    </a:gs>
                    <a:gs pos="100000">
                      <a:srgbClr val="F1F5F5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algn="ctr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eaVert"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276" name="Oval 64"/>
                <p:cNvSpPr>
                  <a:spLocks noChangeArrowheads="1"/>
                </p:cNvSpPr>
                <p:nvPr/>
              </p:nvSpPr>
              <p:spPr bwMode="gray">
                <a:xfrm>
                  <a:off x="1311" y="597"/>
                  <a:ext cx="600" cy="589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AAB2B3"/>
                    </a:gs>
                    <a:gs pos="100000">
                      <a:srgbClr val="D6E1E2">
                        <a:alpha val="48000"/>
                      </a:srgbClr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algn="ctr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eaVert"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277" name="Oval 65"/>
                <p:cNvSpPr>
                  <a:spLocks noChangeArrowheads="1"/>
                </p:cNvSpPr>
                <p:nvPr/>
              </p:nvSpPr>
              <p:spPr bwMode="gray">
                <a:xfrm>
                  <a:off x="1346" y="613"/>
                  <a:ext cx="533" cy="479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FFFF"/>
                    </a:gs>
                    <a:gs pos="100000">
                      <a:srgbClr val="D6E1E2">
                        <a:alpha val="37999"/>
                      </a:srgbClr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algn="ctr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eaVert"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9pPr>
                </a:lstStyle>
                <a:p>
                  <a:pPr algn="ctr"/>
                  <a:endParaRPr lang="zh-CN" altLang="zh-CN"/>
                </a:p>
              </p:txBody>
            </p:sp>
          </p:grpSp>
          <p:sp>
            <p:nvSpPr>
              <p:cNvPr id="272" name="Text Box 66"/>
              <p:cNvSpPr txBox="1">
                <a:spLocks noChangeArrowheads="1"/>
              </p:cNvSpPr>
              <p:nvPr/>
            </p:nvSpPr>
            <p:spPr bwMode="gray">
              <a:xfrm>
                <a:off x="1497" y="2363"/>
                <a:ext cx="240" cy="3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9pPr>
              </a:lstStyle>
              <a:p>
                <a:pPr algn="ctr"/>
                <a:r>
                  <a:rPr lang="en-US" altLang="zh-CN" dirty="0">
                    <a:solidFill>
                      <a:srgbClr val="000000"/>
                    </a:solidFill>
                  </a:rPr>
                  <a:t>4</a:t>
                </a:r>
              </a:p>
            </p:txBody>
          </p:sp>
        </p:grpSp>
        <p:sp>
          <p:nvSpPr>
            <p:cNvPr id="289" name="AutoShape 26"/>
            <p:cNvSpPr>
              <a:spLocks noChangeArrowheads="1"/>
            </p:cNvSpPr>
            <p:nvPr/>
          </p:nvSpPr>
          <p:spPr bwMode="gray">
            <a:xfrm rot="5400000">
              <a:off x="6216803" y="3774764"/>
              <a:ext cx="177800" cy="152400"/>
            </a:xfrm>
            <a:prstGeom prst="triangle">
              <a:avLst>
                <a:gd name="adj" fmla="val 50000"/>
              </a:avLst>
            </a:prstGeom>
            <a:solidFill>
              <a:srgbClr val="FF3300"/>
            </a:solidFill>
            <a:ln w="9525">
              <a:noFill/>
              <a:miter lim="800000"/>
              <a:headEnd/>
              <a:tailEnd/>
            </a:ln>
            <a:effectLst>
              <a:outerShdw dist="35921" dir="2700000" algn="ctr" rotWithShape="0">
                <a:srgbClr val="808080"/>
              </a:outerShdw>
            </a:effectLst>
          </p:spPr>
          <p:txBody>
            <a:bodyPr rot="10800000" vert="eaVert"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zh-CN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65541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5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250" fill="hold"/>
                                        <p:tgtEl>
                                          <p:spTgt spid="61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50" fill="hold"/>
                                        <p:tgtEl>
                                          <p:spTgt spid="61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250" fill="hold"/>
                                        <p:tgtEl>
                                          <p:spTgt spid="6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250" fill="hold"/>
                                        <p:tgtEl>
                                          <p:spTgt spid="6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750"/>
                            </p:stCondLst>
                            <p:childTnLst>
                              <p:par>
                                <p:cTn id="20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2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6" grpId="0" animBg="1"/>
      <p:bldP spid="6147" grpId="0" animBg="1"/>
      <p:bldP spid="6161" grpId="0" bldLvl="0" autoUpdateAnimBg="0"/>
      <p:bldP spid="210" grpId="0" animBg="1"/>
      <p:bldP spid="21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Box 3"/>
          <p:cNvSpPr>
            <a:spLocks noChangeArrowheads="1"/>
          </p:cNvSpPr>
          <p:nvPr/>
        </p:nvSpPr>
        <p:spPr bwMode="auto">
          <a:xfrm>
            <a:off x="3790869" y="1991009"/>
            <a:ext cx="1261884" cy="523220"/>
          </a:xfrm>
          <a:prstGeom prst="rect">
            <a:avLst/>
          </a:prstGeom>
          <a:solidFill>
            <a:srgbClr val="E36C0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第四章</a:t>
            </a:r>
          </a:p>
        </p:txBody>
      </p:sp>
      <p:sp>
        <p:nvSpPr>
          <p:cNvPr id="5123" name="TextBox 4"/>
          <p:cNvSpPr>
            <a:spLocks noChangeArrowheads="1"/>
          </p:cNvSpPr>
          <p:nvPr/>
        </p:nvSpPr>
        <p:spPr bwMode="auto">
          <a:xfrm>
            <a:off x="3718509" y="2658896"/>
            <a:ext cx="265364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Calibri" panose="020F0502020204030204" pitchFamily="34" charset="0"/>
              </a:rPr>
              <a:t>用例分析</a:t>
            </a:r>
          </a:p>
        </p:txBody>
      </p:sp>
      <p:sp>
        <p:nvSpPr>
          <p:cNvPr id="5124" name="TextBox 5"/>
          <p:cNvSpPr>
            <a:spLocks noChangeArrowheads="1"/>
          </p:cNvSpPr>
          <p:nvPr/>
        </p:nvSpPr>
        <p:spPr bwMode="auto">
          <a:xfrm>
            <a:off x="2715735" y="1975869"/>
            <a:ext cx="841897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8000" b="1" dirty="0">
                <a:solidFill>
                  <a:srgbClr val="FFFFFF"/>
                </a:solidFill>
                <a:latin typeface="Kozuka Mincho Pr6N H" pitchFamily="2" charset="-128"/>
                <a:ea typeface="Kozuka Mincho Pr6N H" pitchFamily="2" charset="-128"/>
                <a:sym typeface="Kozuka Mincho Pr6N H" pitchFamily="2" charset="-128"/>
              </a:rPr>
              <a:t>4</a:t>
            </a:r>
            <a:endParaRPr lang="zh-CN" altLang="en-US" sz="8000" b="1" dirty="0">
              <a:solidFill>
                <a:srgbClr val="FFFFFF"/>
              </a:solidFill>
              <a:latin typeface="Kozuka Mincho Pr6N H" pitchFamily="2" charset="-128"/>
              <a:ea typeface="Kozuka Mincho Pr6N H" pitchFamily="2" charset="-128"/>
              <a:sym typeface="Kozuka Mincho Pr6N H" pitchFamily="2" charset="-128"/>
            </a:endParaRPr>
          </a:p>
        </p:txBody>
      </p:sp>
      <p:sp>
        <p:nvSpPr>
          <p:cNvPr id="5125" name="直接连接符 6"/>
          <p:cNvSpPr>
            <a:spLocks noChangeShapeType="1"/>
          </p:cNvSpPr>
          <p:nvPr/>
        </p:nvSpPr>
        <p:spPr bwMode="auto">
          <a:xfrm>
            <a:off x="2671430" y="3167064"/>
            <a:ext cx="3556708" cy="0"/>
          </a:xfrm>
          <a:prstGeom prst="line">
            <a:avLst/>
          </a:prstGeom>
          <a:noFill/>
          <a:ln w="9525" cap="flat" cmpd="sng">
            <a:solidFill>
              <a:schemeClr val="bg1"/>
            </a:solidFill>
            <a:prstDash val="sysDot"/>
            <a:bevel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6" name="直接连接符 7"/>
          <p:cNvSpPr>
            <a:spLocks noChangeShapeType="1"/>
          </p:cNvSpPr>
          <p:nvPr/>
        </p:nvSpPr>
        <p:spPr bwMode="auto">
          <a:xfrm>
            <a:off x="2671430" y="1923696"/>
            <a:ext cx="3556708" cy="0"/>
          </a:xfrm>
          <a:prstGeom prst="line">
            <a:avLst/>
          </a:prstGeom>
          <a:noFill/>
          <a:ln w="9525" cap="flat" cmpd="sng">
            <a:solidFill>
              <a:schemeClr val="bg1"/>
            </a:solidFill>
            <a:prstDash val="sysDot"/>
            <a:bevel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0994537"/>
      </p:ext>
    </p:extLst>
  </p:cSld>
  <p:clrMapOvr>
    <a:masterClrMapping/>
  </p:clrMapOvr>
  <p:transition spd="slow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250"/>
                                        <p:tgtEl>
                                          <p:spTgt spid="51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5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5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12" dur="250"/>
                                        <p:tgtEl>
                                          <p:spTgt spid="51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250" fill="hold"/>
                                        <p:tgtEl>
                                          <p:spTgt spid="5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5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250"/>
                            </p:stCondLst>
                            <p:childTnLst>
                              <p:par>
                                <p:cTn id="1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250" fill="hold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250" fill="hold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25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25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2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250" fill="hold"/>
                                        <p:tgtEl>
                                          <p:spTgt spid="5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250" fill="hold"/>
                                        <p:tgtEl>
                                          <p:spTgt spid="5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1" dur="250"/>
                                        <p:tgtEl>
                                          <p:spTgt spid="5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250"/>
                                        <p:tgtEl>
                                          <p:spTgt spid="5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5" dur="250"/>
                                        <p:tgtEl>
                                          <p:spTgt spid="5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250"/>
                                        <p:tgtEl>
                                          <p:spTgt spid="5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50"/>
                            </p:stCondLst>
                            <p:childTnLst>
                              <p:par>
                                <p:cTn id="39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0" dur="250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250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4" dur="250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250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 calcmode="lin" valueType="num">
                                      <p:cBhvr additive="base">
                                        <p:cTn id="48" dur="250"/>
                                        <p:tgtEl>
                                          <p:spTgt spid="5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250"/>
                                        <p:tgtEl>
                                          <p:spTgt spid="5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2" grpId="0" animBg="1"/>
      <p:bldP spid="5122" grpId="1" animBg="1"/>
      <p:bldP spid="5123" grpId="0"/>
      <p:bldP spid="5123" grpId="1"/>
      <p:bldP spid="5124" grpId="0"/>
      <p:bldP spid="5124" grpId="1"/>
      <p:bldP spid="5125" grpId="0" animBg="1"/>
      <p:bldP spid="5125" grpId="1" animBg="1"/>
      <p:bldP spid="5126" grpId="0" animBg="1"/>
      <p:bldP spid="5126" grpId="1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矩形 6"/>
          <p:cNvSpPr>
            <a:spLocks noChangeArrowheads="1"/>
          </p:cNvSpPr>
          <p:nvPr/>
        </p:nvSpPr>
        <p:spPr bwMode="auto">
          <a:xfrm>
            <a:off x="0" y="627063"/>
            <a:ext cx="9144000" cy="4105275"/>
          </a:xfrm>
          <a:prstGeom prst="rect">
            <a:avLst/>
          </a:prstGeom>
          <a:solidFill>
            <a:srgbClr val="FFFFFF">
              <a:alpha val="5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25400" cap="flat" cmpd="sng">
                <a:solidFill>
                  <a:srgbClr val="395E8A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6147" name="TextBox 7"/>
          <p:cNvSpPr>
            <a:spLocks noChangeArrowheads="1"/>
          </p:cNvSpPr>
          <p:nvPr/>
        </p:nvSpPr>
        <p:spPr bwMode="auto">
          <a:xfrm>
            <a:off x="0" y="365125"/>
            <a:ext cx="3203575" cy="461665"/>
          </a:xfrm>
          <a:prstGeom prst="rect">
            <a:avLst/>
          </a:prstGeom>
          <a:solidFill>
            <a:srgbClr val="E36C0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zh-CN" altLang="zh-CN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5" name="矩形 15"/>
          <p:cNvSpPr>
            <a:spLocks noChangeArrowheads="1"/>
          </p:cNvSpPr>
          <p:nvPr/>
        </p:nvSpPr>
        <p:spPr bwMode="auto">
          <a:xfrm>
            <a:off x="28725" y="365124"/>
            <a:ext cx="320357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第四章复习要点</a:t>
            </a:r>
          </a:p>
        </p:txBody>
      </p:sp>
      <p:grpSp>
        <p:nvGrpSpPr>
          <p:cNvPr id="6" name="组合 5"/>
          <p:cNvGrpSpPr/>
          <p:nvPr/>
        </p:nvGrpSpPr>
        <p:grpSpPr>
          <a:xfrm>
            <a:off x="755681" y="1098221"/>
            <a:ext cx="7416619" cy="1041587"/>
            <a:chOff x="611669" y="1093893"/>
            <a:chExt cx="7416619" cy="1041587"/>
          </a:xfrm>
        </p:grpSpPr>
        <p:sp>
          <p:nvSpPr>
            <p:cNvPr id="23" name="矩形 22"/>
            <p:cNvSpPr/>
            <p:nvPr/>
          </p:nvSpPr>
          <p:spPr>
            <a:xfrm>
              <a:off x="2109109" y="1093893"/>
              <a:ext cx="5919179" cy="1041587"/>
            </a:xfrm>
            <a:prstGeom prst="rect">
              <a:avLst/>
            </a:prstGeom>
            <a:solidFill>
              <a:srgbClr val="4BACC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宋体"/>
                <a:cs typeface="+mn-cs"/>
              </a:endParaRPr>
            </a:p>
          </p:txBody>
        </p:sp>
        <p:sp>
          <p:nvSpPr>
            <p:cNvPr id="24" name="椭圆 3"/>
            <p:cNvSpPr/>
            <p:nvPr/>
          </p:nvSpPr>
          <p:spPr>
            <a:xfrm rot="5400000" flipH="1">
              <a:off x="1665186" y="1516980"/>
              <a:ext cx="1033796" cy="187622"/>
            </a:xfrm>
            <a:custGeom>
              <a:avLst/>
              <a:gdLst/>
              <a:ahLst/>
              <a:cxnLst/>
              <a:rect l="l" t="t" r="r" b="b"/>
              <a:pathLst>
                <a:path w="5967726" h="372256">
                  <a:moveTo>
                    <a:pt x="2983863" y="0"/>
                  </a:moveTo>
                  <a:cubicBezTo>
                    <a:pt x="4505610" y="0"/>
                    <a:pt x="5763890" y="161740"/>
                    <a:pt x="5967726" y="372256"/>
                  </a:cubicBezTo>
                  <a:lnTo>
                    <a:pt x="0" y="372256"/>
                  </a:lnTo>
                  <a:cubicBezTo>
                    <a:pt x="203837" y="161740"/>
                    <a:pt x="1462116" y="0"/>
                    <a:pt x="2983863" y="0"/>
                  </a:cubicBezTo>
                  <a:close/>
                </a:path>
              </a:pathLst>
            </a:custGeom>
            <a:gradFill flip="none" rotWithShape="1">
              <a:gsLst>
                <a:gs pos="100000">
                  <a:srgbClr val="4BACC6">
                    <a:lumMod val="50000"/>
                    <a:alpha val="82000"/>
                  </a:srgbClr>
                </a:gs>
                <a:gs pos="61000">
                  <a:sysClr val="window" lastClr="FFFFFF">
                    <a:lumMod val="95000"/>
                    <a:alpha val="0"/>
                  </a:sysClr>
                </a:gs>
              </a:gsLst>
              <a:lin ang="5400000" scaled="1"/>
              <a:tileRect/>
            </a:gradFill>
            <a:ln w="25400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宋体"/>
                <a:cs typeface="+mn-cs"/>
              </a:endParaRPr>
            </a:p>
          </p:txBody>
        </p:sp>
        <p:sp>
          <p:nvSpPr>
            <p:cNvPr id="25" name="矩形 24"/>
            <p:cNvSpPr/>
            <p:nvPr/>
          </p:nvSpPr>
          <p:spPr>
            <a:xfrm>
              <a:off x="611669" y="1093893"/>
              <a:ext cx="1497442" cy="1041587"/>
            </a:xfrm>
            <a:prstGeom prst="rect">
              <a:avLst/>
            </a:prstGeom>
            <a:solidFill>
              <a:srgbClr val="4BACC6">
                <a:lumMod val="50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宋体"/>
                <a:cs typeface="+mn-cs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611669" y="1093893"/>
              <a:ext cx="1454339" cy="1011529"/>
            </a:xfrm>
            <a:prstGeom prst="rect">
              <a:avLst/>
            </a:prstGeom>
            <a:solidFill>
              <a:sysClr val="window" lastClr="FFFFFF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宋体"/>
                <a:cs typeface="+mn-cs"/>
              </a:endParaRPr>
            </a:p>
          </p:txBody>
        </p:sp>
        <p:sp>
          <p:nvSpPr>
            <p:cNvPr id="27" name="等腰三角形 26"/>
            <p:cNvSpPr/>
            <p:nvPr/>
          </p:nvSpPr>
          <p:spPr>
            <a:xfrm rot="5400000">
              <a:off x="2040689" y="1555801"/>
              <a:ext cx="138000" cy="118966"/>
            </a:xfrm>
            <a:prstGeom prst="triangle">
              <a:avLst/>
            </a:prstGeom>
            <a:solidFill>
              <a:sysClr val="window" lastClr="FFFFFF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宋体"/>
                <a:cs typeface="+mn-cs"/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827688" y="1203636"/>
              <a:ext cx="1064434" cy="6677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4800" b="1" i="0" u="none" strike="noStrike" kern="0" cap="none" spc="0" normalizeH="0" baseline="0" noProof="0" dirty="0">
                  <a:ln>
                    <a:noFill/>
                  </a:ln>
                  <a:solidFill>
                    <a:srgbClr val="4BACC6">
                      <a:lumMod val="50000"/>
                    </a:srgbClr>
                  </a:solidFill>
                  <a:effectLst/>
                  <a:uLnTx/>
                  <a:uFillTx/>
                  <a:latin typeface="Arial Black" pitchFamily="34" charset="0"/>
                  <a:ea typeface="微软雅黑" pitchFamily="34" charset="-122"/>
                </a:rPr>
                <a:t>01</a:t>
              </a:r>
              <a:endParaRPr kumimoji="0" lang="zh-CN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4BACC6">
                    <a:lumMod val="50000"/>
                  </a:srgbClr>
                </a:solidFill>
                <a:effectLst/>
                <a:uLnTx/>
                <a:uFillTx/>
                <a:latin typeface="Arial Black" pitchFamily="34" charset="0"/>
                <a:ea typeface="微软雅黑" pitchFamily="34" charset="-122"/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2202574" y="1434590"/>
              <a:ext cx="5561680" cy="3450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just" defTabSz="91440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1400" kern="0" dirty="0">
                  <a:solidFill>
                    <a:sysClr val="window" lastClr="FFFFFF"/>
                  </a:solidFill>
                  <a:latin typeface="微软雅黑" pitchFamily="34" charset="-122"/>
                  <a:ea typeface="微软雅黑" pitchFamily="34" charset="-122"/>
                </a:rPr>
                <a:t>理解分析及分析模型的概念，掌握分析模型和用例模型间的关系。</a:t>
              </a: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755680" y="2109750"/>
            <a:ext cx="7416620" cy="1141243"/>
            <a:chOff x="611668" y="2105422"/>
            <a:chExt cx="7416620" cy="1141243"/>
          </a:xfrm>
        </p:grpSpPr>
        <p:sp>
          <p:nvSpPr>
            <p:cNvPr id="21" name="矩形 20"/>
            <p:cNvSpPr/>
            <p:nvPr/>
          </p:nvSpPr>
          <p:spPr>
            <a:xfrm>
              <a:off x="611668" y="2116556"/>
              <a:ext cx="5968303" cy="1130109"/>
            </a:xfrm>
            <a:prstGeom prst="rect">
              <a:avLst/>
            </a:prstGeom>
            <a:solidFill>
              <a:srgbClr val="BD9A6B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宋体"/>
                <a:cs typeface="+mn-cs"/>
              </a:endParaRPr>
            </a:p>
          </p:txBody>
        </p:sp>
        <p:sp>
          <p:nvSpPr>
            <p:cNvPr id="22" name="椭圆 3"/>
            <p:cNvSpPr/>
            <p:nvPr/>
          </p:nvSpPr>
          <p:spPr>
            <a:xfrm rot="16200000">
              <a:off x="5859110" y="2590772"/>
              <a:ext cx="1120415" cy="149715"/>
            </a:xfrm>
            <a:custGeom>
              <a:avLst/>
              <a:gdLst/>
              <a:ahLst/>
              <a:cxnLst/>
              <a:rect l="l" t="t" r="r" b="b"/>
              <a:pathLst>
                <a:path w="5967726" h="372256">
                  <a:moveTo>
                    <a:pt x="2983863" y="0"/>
                  </a:moveTo>
                  <a:cubicBezTo>
                    <a:pt x="4505610" y="0"/>
                    <a:pt x="5763890" y="161740"/>
                    <a:pt x="5967726" y="372256"/>
                  </a:cubicBezTo>
                  <a:lnTo>
                    <a:pt x="0" y="372256"/>
                  </a:lnTo>
                  <a:cubicBezTo>
                    <a:pt x="203837" y="161740"/>
                    <a:pt x="1462116" y="0"/>
                    <a:pt x="2983863" y="0"/>
                  </a:cubicBezTo>
                  <a:close/>
                </a:path>
              </a:pathLst>
            </a:custGeom>
            <a:gradFill flip="none" rotWithShape="1">
              <a:gsLst>
                <a:gs pos="100000">
                  <a:srgbClr val="7A5D36"/>
                </a:gs>
                <a:gs pos="61000">
                  <a:sysClr val="window" lastClr="FFFFFF">
                    <a:lumMod val="95000"/>
                    <a:alpha val="0"/>
                  </a:sysClr>
                </a:gs>
              </a:gsLst>
              <a:lin ang="5400000" scaled="1"/>
              <a:tileRect/>
            </a:gradFill>
            <a:ln w="25400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宋体"/>
                <a:cs typeface="+mn-cs"/>
              </a:endParaRPr>
            </a:p>
          </p:txBody>
        </p:sp>
        <p:sp>
          <p:nvSpPr>
            <p:cNvPr id="28" name="矩形 27"/>
            <p:cNvSpPr/>
            <p:nvPr/>
          </p:nvSpPr>
          <p:spPr>
            <a:xfrm>
              <a:off x="6553115" y="2116556"/>
              <a:ext cx="1475173" cy="1130109"/>
            </a:xfrm>
            <a:prstGeom prst="rect">
              <a:avLst/>
            </a:prstGeom>
            <a:solidFill>
              <a:srgbClr val="7A5D3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宋体"/>
                <a:cs typeface="+mn-cs"/>
              </a:endParaRPr>
            </a:p>
          </p:txBody>
        </p:sp>
        <p:sp>
          <p:nvSpPr>
            <p:cNvPr id="29" name="等腰三角形 28"/>
            <p:cNvSpPr/>
            <p:nvPr/>
          </p:nvSpPr>
          <p:spPr>
            <a:xfrm rot="16200000" flipH="1">
              <a:off x="6425172" y="2619657"/>
              <a:ext cx="138000" cy="118966"/>
            </a:xfrm>
            <a:prstGeom prst="triangle">
              <a:avLst/>
            </a:prstGeom>
            <a:solidFill>
              <a:sysClr val="window" lastClr="FFFFFF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宋体"/>
                <a:cs typeface="+mn-cs"/>
              </a:endParaRP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711366" y="2242550"/>
              <a:ext cx="5660784" cy="9325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just" defTabSz="91440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1400" kern="0" dirty="0">
                  <a:solidFill>
                    <a:sysClr val="window" lastClr="FFFFFF"/>
                  </a:solidFill>
                  <a:latin typeface="微软雅黑" pitchFamily="34" charset="-122"/>
                  <a:ea typeface="微软雅黑" pitchFamily="34" charset="-122"/>
                </a:rPr>
                <a:t>掌握用例实现的概念和构造用例实现的主要步骤，包括识别边界类、控制类和实体类这三类分析类，利用顺序图分析交互，绘制用例实现的参与类类图。</a:t>
              </a:r>
            </a:p>
          </p:txBody>
        </p:sp>
        <p:sp>
          <p:nvSpPr>
            <p:cNvPr id="36" name="矩形 35"/>
            <p:cNvSpPr/>
            <p:nvPr/>
          </p:nvSpPr>
          <p:spPr>
            <a:xfrm>
              <a:off x="6542521" y="2129353"/>
              <a:ext cx="1485767" cy="1086123"/>
            </a:xfrm>
            <a:prstGeom prst="rect">
              <a:avLst/>
            </a:prstGeom>
            <a:solidFill>
              <a:sysClr val="window" lastClr="FFFFFF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宋体"/>
                <a:cs typeface="+mn-cs"/>
              </a:endParaRP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6747836" y="2283726"/>
              <a:ext cx="1064434" cy="6677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4800" b="1" kern="0" dirty="0">
                  <a:solidFill>
                    <a:srgbClr val="7A5D36"/>
                  </a:solidFill>
                  <a:latin typeface="Arial Black" pitchFamily="34" charset="0"/>
                  <a:ea typeface="微软雅黑" pitchFamily="34" charset="-122"/>
                </a:rPr>
                <a:t>02</a:t>
              </a:r>
              <a:endParaRPr kumimoji="0" lang="zh-CN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7A5D36"/>
                </a:solidFill>
                <a:effectLst/>
                <a:uLnTx/>
                <a:uFillTx/>
                <a:latin typeface="Arial Black" pitchFamily="34" charset="0"/>
                <a:ea typeface="微软雅黑" pitchFamily="34" charset="-122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755681" y="3250993"/>
            <a:ext cx="7416619" cy="1048901"/>
            <a:chOff x="611669" y="3246665"/>
            <a:chExt cx="7416619" cy="1048901"/>
          </a:xfrm>
        </p:grpSpPr>
        <p:sp>
          <p:nvSpPr>
            <p:cNvPr id="19" name="矩形 18"/>
            <p:cNvSpPr/>
            <p:nvPr/>
          </p:nvSpPr>
          <p:spPr>
            <a:xfrm>
              <a:off x="2129179" y="3246665"/>
              <a:ext cx="5899109" cy="1041587"/>
            </a:xfrm>
            <a:prstGeom prst="rect">
              <a:avLst/>
            </a:prstGeom>
            <a:solidFill>
              <a:srgbClr val="8A4E48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宋体"/>
                <a:cs typeface="+mn-cs"/>
              </a:endParaRPr>
            </a:p>
          </p:txBody>
        </p:sp>
        <p:sp>
          <p:nvSpPr>
            <p:cNvPr id="20" name="椭圆 3"/>
            <p:cNvSpPr/>
            <p:nvPr/>
          </p:nvSpPr>
          <p:spPr>
            <a:xfrm rot="5400000" flipH="1">
              <a:off x="1668053" y="3687722"/>
              <a:ext cx="1048901" cy="166787"/>
            </a:xfrm>
            <a:custGeom>
              <a:avLst/>
              <a:gdLst/>
              <a:ahLst/>
              <a:cxnLst/>
              <a:rect l="l" t="t" r="r" b="b"/>
              <a:pathLst>
                <a:path w="5967726" h="372256">
                  <a:moveTo>
                    <a:pt x="2983863" y="0"/>
                  </a:moveTo>
                  <a:cubicBezTo>
                    <a:pt x="4505610" y="0"/>
                    <a:pt x="5763890" y="161740"/>
                    <a:pt x="5967726" y="372256"/>
                  </a:cubicBezTo>
                  <a:lnTo>
                    <a:pt x="0" y="372256"/>
                  </a:lnTo>
                  <a:cubicBezTo>
                    <a:pt x="203837" y="161740"/>
                    <a:pt x="1462116" y="0"/>
                    <a:pt x="2983863" y="0"/>
                  </a:cubicBezTo>
                  <a:close/>
                </a:path>
              </a:pathLst>
            </a:custGeom>
            <a:gradFill flip="none" rotWithShape="1">
              <a:gsLst>
                <a:gs pos="100000">
                  <a:srgbClr val="351D1B"/>
                </a:gs>
                <a:gs pos="61000">
                  <a:sysClr val="window" lastClr="FFFFFF">
                    <a:lumMod val="95000"/>
                    <a:alpha val="0"/>
                  </a:sysClr>
                </a:gs>
              </a:gsLst>
              <a:lin ang="5400000" scaled="1"/>
              <a:tileRect/>
            </a:gradFill>
            <a:ln w="25400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宋体"/>
                <a:cs typeface="+mn-cs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611669" y="3246665"/>
              <a:ext cx="1517511" cy="1041587"/>
            </a:xfrm>
            <a:prstGeom prst="rect">
              <a:avLst/>
            </a:prstGeom>
            <a:solidFill>
              <a:srgbClr val="351D1B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宋体"/>
                <a:cs typeface="+mn-cs"/>
              </a:endParaRPr>
            </a:p>
          </p:txBody>
        </p:sp>
        <p:sp>
          <p:nvSpPr>
            <p:cNvPr id="31" name="等腰三角形 30"/>
            <p:cNvSpPr/>
            <p:nvPr/>
          </p:nvSpPr>
          <p:spPr>
            <a:xfrm rot="5400000">
              <a:off x="2060758" y="3708573"/>
              <a:ext cx="138000" cy="118966"/>
            </a:xfrm>
            <a:prstGeom prst="triangle">
              <a:avLst/>
            </a:prstGeom>
            <a:solidFill>
              <a:sysClr val="window" lastClr="FFFFFF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宋体"/>
                <a:cs typeface="+mn-cs"/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2253630" y="3458705"/>
              <a:ext cx="5561680" cy="6251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just" defTabSz="91440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1400" kern="0" dirty="0">
                  <a:solidFill>
                    <a:sysClr val="window" lastClr="FFFFFF"/>
                  </a:solidFill>
                  <a:latin typeface="微软雅黑" pitchFamily="34" charset="-122"/>
                  <a:ea typeface="微软雅黑" pitchFamily="34" charset="-122"/>
                </a:rPr>
                <a:t>掌握定义分析类的属性、职责以及类之间的关系的方法，构造系统的分析类图。</a:t>
              </a:r>
            </a:p>
          </p:txBody>
        </p:sp>
        <p:sp>
          <p:nvSpPr>
            <p:cNvPr id="38" name="矩形 37"/>
            <p:cNvSpPr/>
            <p:nvPr/>
          </p:nvSpPr>
          <p:spPr>
            <a:xfrm>
              <a:off x="611669" y="3246665"/>
              <a:ext cx="1474408" cy="1011529"/>
            </a:xfrm>
            <a:prstGeom prst="rect">
              <a:avLst/>
            </a:prstGeom>
            <a:solidFill>
              <a:sysClr val="window" lastClr="FFFFFF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宋体"/>
                <a:cs typeface="+mn-cs"/>
              </a:endParaRP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899694" y="3363816"/>
              <a:ext cx="1064434" cy="6677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4800" b="1" kern="0" dirty="0">
                  <a:solidFill>
                    <a:srgbClr val="351D1B"/>
                  </a:solidFill>
                  <a:latin typeface="Arial Black" pitchFamily="34" charset="0"/>
                  <a:ea typeface="微软雅黑" pitchFamily="34" charset="-122"/>
                </a:rPr>
                <a:t>03</a:t>
              </a:r>
              <a:endParaRPr kumimoji="0" lang="zh-CN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351D1B"/>
                </a:solidFill>
                <a:effectLst/>
                <a:uLnTx/>
                <a:uFillTx/>
                <a:latin typeface="Arial Black" pitchFamily="34" charset="0"/>
                <a:ea typeface="微软雅黑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72380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6" grpId="0" animBg="1"/>
      <p:bldP spid="6147" grpId="0" animBg="1"/>
      <p:bldP spid="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Box 3"/>
          <p:cNvSpPr>
            <a:spLocks noChangeArrowheads="1"/>
          </p:cNvSpPr>
          <p:nvPr/>
        </p:nvSpPr>
        <p:spPr bwMode="auto">
          <a:xfrm>
            <a:off x="3171229" y="1991009"/>
            <a:ext cx="1261884" cy="523220"/>
          </a:xfrm>
          <a:prstGeom prst="rect">
            <a:avLst/>
          </a:prstGeom>
          <a:solidFill>
            <a:srgbClr val="E36C0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第五章</a:t>
            </a:r>
          </a:p>
        </p:txBody>
      </p:sp>
      <p:sp>
        <p:nvSpPr>
          <p:cNvPr id="5123" name="TextBox 4"/>
          <p:cNvSpPr>
            <a:spLocks noChangeArrowheads="1"/>
          </p:cNvSpPr>
          <p:nvPr/>
        </p:nvSpPr>
        <p:spPr bwMode="auto">
          <a:xfrm>
            <a:off x="3098869" y="2658896"/>
            <a:ext cx="430977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Calibri" panose="020F0502020204030204" pitchFamily="34" charset="0"/>
              </a:rPr>
              <a:t>面向对象的设计模式</a:t>
            </a:r>
          </a:p>
        </p:txBody>
      </p:sp>
      <p:sp>
        <p:nvSpPr>
          <p:cNvPr id="5124" name="TextBox 5"/>
          <p:cNvSpPr>
            <a:spLocks noChangeArrowheads="1"/>
          </p:cNvSpPr>
          <p:nvPr/>
        </p:nvSpPr>
        <p:spPr bwMode="auto">
          <a:xfrm>
            <a:off x="2096095" y="1975869"/>
            <a:ext cx="841897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8000" b="1" dirty="0">
                <a:solidFill>
                  <a:srgbClr val="FFFFFF"/>
                </a:solidFill>
                <a:latin typeface="Kozuka Mincho Pr6N H" pitchFamily="2" charset="-128"/>
                <a:ea typeface="Kozuka Mincho Pr6N H" pitchFamily="2" charset="-128"/>
                <a:sym typeface="Kozuka Mincho Pr6N H" pitchFamily="2" charset="-128"/>
              </a:rPr>
              <a:t>5</a:t>
            </a:r>
            <a:endParaRPr lang="zh-CN" altLang="en-US" sz="8000" b="1" dirty="0">
              <a:solidFill>
                <a:srgbClr val="FFFFFF"/>
              </a:solidFill>
              <a:latin typeface="Kozuka Mincho Pr6N H" pitchFamily="2" charset="-128"/>
              <a:ea typeface="Kozuka Mincho Pr6N H" pitchFamily="2" charset="-128"/>
              <a:sym typeface="Kozuka Mincho Pr6N H" pitchFamily="2" charset="-128"/>
            </a:endParaRPr>
          </a:p>
        </p:txBody>
      </p:sp>
      <p:sp>
        <p:nvSpPr>
          <p:cNvPr id="5125" name="直接连接符 6"/>
          <p:cNvSpPr>
            <a:spLocks noChangeShapeType="1"/>
          </p:cNvSpPr>
          <p:nvPr/>
        </p:nvSpPr>
        <p:spPr bwMode="auto">
          <a:xfrm>
            <a:off x="2051790" y="3167064"/>
            <a:ext cx="4608384" cy="0"/>
          </a:xfrm>
          <a:prstGeom prst="line">
            <a:avLst/>
          </a:prstGeom>
          <a:noFill/>
          <a:ln w="9525" cap="flat" cmpd="sng">
            <a:solidFill>
              <a:schemeClr val="bg1"/>
            </a:solidFill>
            <a:prstDash val="sysDot"/>
            <a:bevel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6" name="直接连接符 7"/>
          <p:cNvSpPr>
            <a:spLocks noChangeShapeType="1"/>
          </p:cNvSpPr>
          <p:nvPr/>
        </p:nvSpPr>
        <p:spPr bwMode="auto">
          <a:xfrm>
            <a:off x="2051790" y="1923696"/>
            <a:ext cx="4608384" cy="0"/>
          </a:xfrm>
          <a:prstGeom prst="line">
            <a:avLst/>
          </a:prstGeom>
          <a:noFill/>
          <a:ln w="9525" cap="flat" cmpd="sng">
            <a:solidFill>
              <a:schemeClr val="bg1"/>
            </a:solidFill>
            <a:prstDash val="sysDot"/>
            <a:bevel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3880802"/>
      </p:ext>
    </p:extLst>
  </p:cSld>
  <p:clrMapOvr>
    <a:masterClrMapping/>
  </p:clrMapOvr>
  <p:transition spd="slow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250"/>
                                        <p:tgtEl>
                                          <p:spTgt spid="51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5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5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12" dur="250"/>
                                        <p:tgtEl>
                                          <p:spTgt spid="51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250" fill="hold"/>
                                        <p:tgtEl>
                                          <p:spTgt spid="5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5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250"/>
                            </p:stCondLst>
                            <p:childTnLst>
                              <p:par>
                                <p:cTn id="1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250" fill="hold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250" fill="hold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25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25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2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250" fill="hold"/>
                                        <p:tgtEl>
                                          <p:spTgt spid="5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250" fill="hold"/>
                                        <p:tgtEl>
                                          <p:spTgt spid="5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1" dur="250"/>
                                        <p:tgtEl>
                                          <p:spTgt spid="5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250"/>
                                        <p:tgtEl>
                                          <p:spTgt spid="5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5" dur="250"/>
                                        <p:tgtEl>
                                          <p:spTgt spid="5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250"/>
                                        <p:tgtEl>
                                          <p:spTgt spid="5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50"/>
                            </p:stCondLst>
                            <p:childTnLst>
                              <p:par>
                                <p:cTn id="39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0" dur="250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250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4" dur="250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250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 calcmode="lin" valueType="num">
                                      <p:cBhvr additive="base">
                                        <p:cTn id="48" dur="250"/>
                                        <p:tgtEl>
                                          <p:spTgt spid="5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250"/>
                                        <p:tgtEl>
                                          <p:spTgt spid="5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2" grpId="0" animBg="1"/>
      <p:bldP spid="5122" grpId="1" animBg="1"/>
      <p:bldP spid="5123" grpId="0"/>
      <p:bldP spid="5123" grpId="1"/>
      <p:bldP spid="5124" grpId="0"/>
      <p:bldP spid="5124" grpId="1"/>
      <p:bldP spid="5125" grpId="0" animBg="1"/>
      <p:bldP spid="5125" grpId="1" animBg="1"/>
      <p:bldP spid="5126" grpId="0" animBg="1"/>
      <p:bldP spid="5126" grpId="1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矩形 6"/>
          <p:cNvSpPr>
            <a:spLocks noChangeArrowheads="1"/>
          </p:cNvSpPr>
          <p:nvPr/>
        </p:nvSpPr>
        <p:spPr bwMode="auto">
          <a:xfrm>
            <a:off x="0" y="627063"/>
            <a:ext cx="9144000" cy="4105275"/>
          </a:xfrm>
          <a:prstGeom prst="rect">
            <a:avLst/>
          </a:prstGeom>
          <a:solidFill>
            <a:srgbClr val="FFFFFF">
              <a:alpha val="5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25400" cap="flat" cmpd="sng">
                <a:solidFill>
                  <a:srgbClr val="395E8A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zh-CN" dirty="0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3493047" y="627588"/>
            <a:ext cx="1442540" cy="3532484"/>
            <a:chOff x="3493047" y="627588"/>
            <a:chExt cx="1442540" cy="3532484"/>
          </a:xfrm>
        </p:grpSpPr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93047" y="627588"/>
              <a:ext cx="1442540" cy="3532484"/>
            </a:xfrm>
            <a:prstGeom prst="rect">
              <a:avLst/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9" name="TextBox 18"/>
            <p:cNvSpPr txBox="1"/>
            <p:nvPr/>
          </p:nvSpPr>
          <p:spPr>
            <a:xfrm>
              <a:off x="3646778" y="2067708"/>
              <a:ext cx="121324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>
                      <a:lumMod val="65000"/>
                      <a:lumOff val="35000"/>
                    </a:sysClr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</a:rPr>
                <a:t>要点</a:t>
              </a:r>
              <a:r>
                <a:rPr kumimoji="0" lang="en-US" altLang="zh-CN" sz="16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>
                      <a:lumMod val="65000"/>
                      <a:lumOff val="35000"/>
                    </a:sysClr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</a:rPr>
                <a:t>3</a:t>
              </a:r>
              <a:endPara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>
                    <a:lumMod val="65000"/>
                    <a:lumOff val="35000"/>
                  </a:sysClr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3680423" y="2488292"/>
              <a:ext cx="1098282" cy="6251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R="0" lvl="0" indent="0" fontAlgn="auto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200" b="0" i="0" u="none" strike="noStrike" kern="0" cap="none" spc="0" normalizeH="0" baseline="0">
                  <a:ln>
                    <a:noFill/>
                  </a:ln>
                  <a:solidFill>
                    <a:sysClr val="window" lastClr="FFFFFF">
                      <a:lumMod val="50000"/>
                    </a:sysClr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</a:defRPr>
              </a:lvl1pPr>
            </a:lstStyle>
            <a:p>
              <a:pPr lvl="0">
                <a:defRPr/>
              </a:pPr>
              <a:r>
                <a:rPr lang="zh-CN" altLang="en-US" sz="1400" dirty="0">
                  <a:solidFill>
                    <a:schemeClr val="bg2">
                      <a:lumMod val="25000"/>
                    </a:schemeClr>
                  </a:solidFill>
                </a:rPr>
                <a:t>掌握常用的设计模式</a:t>
              </a:r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6228138" y="630444"/>
            <a:ext cx="1433849" cy="3532484"/>
            <a:chOff x="4868962" y="630444"/>
            <a:chExt cx="1433849" cy="3532484"/>
          </a:xfrm>
        </p:grpSpPr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68962" y="630444"/>
              <a:ext cx="1433849" cy="3532484"/>
            </a:xfrm>
            <a:prstGeom prst="rect">
              <a:avLst/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21" name="TextBox 20"/>
            <p:cNvSpPr txBox="1"/>
            <p:nvPr/>
          </p:nvSpPr>
          <p:spPr>
            <a:xfrm>
              <a:off x="4932030" y="2067708"/>
              <a:ext cx="121324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>
                      <a:lumMod val="65000"/>
                      <a:lumOff val="35000"/>
                    </a:sysClr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</a:rPr>
                <a:t>要点</a:t>
              </a:r>
              <a:r>
                <a:rPr kumimoji="0" lang="en-US" altLang="zh-CN" sz="16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>
                      <a:lumMod val="65000"/>
                      <a:lumOff val="35000"/>
                    </a:sysClr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</a:rPr>
                <a:t>5</a:t>
              </a:r>
              <a:endPara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>
                    <a:lumMod val="65000"/>
                    <a:lumOff val="35000"/>
                  </a:sysClr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5004036" y="2488292"/>
              <a:ext cx="1098282" cy="9325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R="0" lvl="0" indent="0" fontAlgn="auto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200" b="0" i="0" u="none" strike="noStrike" kern="0" cap="none" spc="0" normalizeH="0" baseline="0">
                  <a:ln>
                    <a:noFill/>
                  </a:ln>
                  <a:solidFill>
                    <a:sysClr val="window" lastClr="FFFFFF">
                      <a:lumMod val="50000"/>
                    </a:sysClr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</a:defRPr>
              </a:lvl1pPr>
            </a:lstStyle>
            <a:p>
              <a:pPr lvl="0">
                <a:defRPr/>
              </a:pPr>
              <a:r>
                <a:rPr lang="zh-CN" altLang="en-US" sz="1400" dirty="0">
                  <a:solidFill>
                    <a:schemeClr val="bg2">
                      <a:lumMod val="25000"/>
                    </a:schemeClr>
                  </a:solidFill>
                </a:rPr>
                <a:t>掌握设计模式的使用原则及策略</a:t>
              </a: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4892363" y="627589"/>
            <a:ext cx="1407781" cy="3532483"/>
            <a:chOff x="6300145" y="627589"/>
            <a:chExt cx="1407781" cy="3532483"/>
          </a:xfrm>
        </p:grpSpPr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00145" y="627589"/>
              <a:ext cx="1407781" cy="3532483"/>
            </a:xfrm>
            <a:prstGeom prst="rect">
              <a:avLst/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23" name="TextBox 22"/>
            <p:cNvSpPr txBox="1"/>
            <p:nvPr/>
          </p:nvSpPr>
          <p:spPr>
            <a:xfrm>
              <a:off x="6383006" y="2067708"/>
              <a:ext cx="121324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>
                      <a:lumMod val="65000"/>
                      <a:lumOff val="35000"/>
                    </a:sysClr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</a:rPr>
                <a:t>要点</a:t>
              </a:r>
              <a:r>
                <a:rPr kumimoji="0" lang="en-US" altLang="zh-CN" sz="16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>
                      <a:lumMod val="65000"/>
                      <a:lumOff val="35000"/>
                    </a:sysClr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</a:rPr>
                <a:t>4</a:t>
              </a:r>
              <a:endPara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>
                    <a:lumMod val="65000"/>
                    <a:lumOff val="35000"/>
                  </a:sysClr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6444156" y="2488292"/>
              <a:ext cx="1098282" cy="9052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R="0" lvl="0" indent="0" fontAlgn="auto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200" b="0" i="0" u="none" strike="noStrike" kern="0" cap="none" spc="0" normalizeH="0" baseline="0">
                  <a:ln>
                    <a:noFill/>
                  </a:ln>
                  <a:solidFill>
                    <a:sysClr val="window" lastClr="FFFFFF">
                      <a:lumMod val="50000"/>
                    </a:sysClr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</a:defRPr>
              </a:lvl1pPr>
            </a:lstStyle>
            <a:p>
              <a:pPr lvl="0">
                <a:defRPr/>
              </a:pPr>
              <a:r>
                <a:rPr lang="zh-CN" altLang="en-US" sz="1400" dirty="0">
                  <a:solidFill>
                    <a:schemeClr val="bg2">
                      <a:lumMod val="25000"/>
                    </a:schemeClr>
                  </a:solidFill>
                </a:rPr>
                <a:t>了解各种设计模式的优点、不足</a:t>
              </a: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2100063" y="627589"/>
            <a:ext cx="1407781" cy="3532483"/>
            <a:chOff x="2100063" y="627589"/>
            <a:chExt cx="1407781" cy="3532483"/>
          </a:xfrm>
        </p:grpSpPr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00063" y="627589"/>
              <a:ext cx="1407781" cy="3532483"/>
            </a:xfrm>
            <a:prstGeom prst="rect">
              <a:avLst/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7" name="TextBox 16"/>
            <p:cNvSpPr txBox="1"/>
            <p:nvPr/>
          </p:nvSpPr>
          <p:spPr>
            <a:xfrm>
              <a:off x="2195802" y="2079160"/>
              <a:ext cx="121324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>
                      <a:lumMod val="65000"/>
                      <a:lumOff val="35000"/>
                    </a:sysClr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</a:rPr>
                <a:t>要点</a:t>
              </a:r>
              <a:r>
                <a:rPr kumimoji="0" lang="en-US" altLang="zh-CN" sz="16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>
                      <a:lumMod val="65000"/>
                      <a:lumOff val="35000"/>
                    </a:sysClr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</a:rPr>
                <a:t>2</a:t>
              </a:r>
              <a:endPara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>
                    <a:lumMod val="65000"/>
                    <a:lumOff val="35000"/>
                  </a:sysClr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2229447" y="2499744"/>
              <a:ext cx="1098282" cy="9052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R="0" lvl="0" indent="0" fontAlgn="auto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200" b="0" i="0" u="none" strike="noStrike" kern="0" cap="none" spc="0" normalizeH="0" baseline="0">
                  <a:ln>
                    <a:noFill/>
                  </a:ln>
                  <a:solidFill>
                    <a:sysClr val="window" lastClr="FFFFFF">
                      <a:lumMod val="50000"/>
                    </a:sysClr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</a:defRPr>
              </a:lvl1pPr>
            </a:lstStyle>
            <a:p>
              <a:pPr lvl="0">
                <a:defRPr/>
              </a:pPr>
              <a:r>
                <a:rPr lang="zh-CN" altLang="en-US" sz="1400" dirty="0">
                  <a:solidFill>
                    <a:schemeClr val="bg2">
                      <a:lumMod val="25000"/>
                    </a:schemeClr>
                  </a:solidFill>
                </a:rPr>
                <a:t>掌握设计模式的三大分类</a:t>
              </a: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683676" y="627588"/>
            <a:ext cx="1433849" cy="3532484"/>
            <a:chOff x="683676" y="627588"/>
            <a:chExt cx="1433849" cy="3532484"/>
          </a:xfrm>
        </p:grpSpPr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3676" y="627588"/>
              <a:ext cx="1433849" cy="3532484"/>
            </a:xfrm>
            <a:prstGeom prst="rect">
              <a:avLst/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5" name="TextBox 14"/>
            <p:cNvSpPr txBox="1"/>
            <p:nvPr/>
          </p:nvSpPr>
          <p:spPr>
            <a:xfrm>
              <a:off x="794043" y="2079160"/>
              <a:ext cx="121324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>
                      <a:lumMod val="65000"/>
                      <a:lumOff val="35000"/>
                    </a:sysClr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</a:rPr>
                <a:t>要点</a:t>
              </a:r>
              <a:r>
                <a:rPr kumimoji="0" lang="en-US" altLang="zh-CN" sz="16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>
                      <a:lumMod val="65000"/>
                      <a:lumOff val="35000"/>
                    </a:sysClr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</a:rPr>
                <a:t>1</a:t>
              </a:r>
              <a:endPara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>
                    <a:lumMod val="65000"/>
                    <a:lumOff val="35000"/>
                  </a:sysClr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27688" y="2499744"/>
              <a:ext cx="1098282" cy="6251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R="0" lvl="0" indent="0" fontAlgn="auto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200" b="0" i="0" u="none" strike="noStrike" kern="0" cap="none" spc="0" normalizeH="0" baseline="0">
                  <a:ln>
                    <a:noFill/>
                  </a:ln>
                  <a:solidFill>
                    <a:sysClr val="window" lastClr="FFFFFF">
                      <a:lumMod val="50000"/>
                    </a:sysClr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</a:defRPr>
              </a:lvl1pPr>
            </a:lstStyle>
            <a:p>
              <a:pPr lvl="0">
                <a:defRPr/>
              </a:pPr>
              <a:r>
                <a:rPr lang="zh-CN" altLang="en-US" sz="1400" dirty="0">
                  <a:solidFill>
                    <a:schemeClr val="bg2">
                      <a:lumMod val="25000"/>
                    </a:schemeClr>
                  </a:solidFill>
                </a:rPr>
                <a:t>了解设计模式的概念</a:t>
              </a:r>
            </a:p>
          </p:txBody>
        </p:sp>
      </p:grpSp>
      <p:sp>
        <p:nvSpPr>
          <p:cNvPr id="6147" name="TextBox 7"/>
          <p:cNvSpPr>
            <a:spLocks noChangeArrowheads="1"/>
          </p:cNvSpPr>
          <p:nvPr/>
        </p:nvSpPr>
        <p:spPr bwMode="auto">
          <a:xfrm>
            <a:off x="0" y="411570"/>
            <a:ext cx="3995952" cy="461665"/>
          </a:xfrm>
          <a:prstGeom prst="rect">
            <a:avLst/>
          </a:prstGeom>
          <a:solidFill>
            <a:srgbClr val="E36C0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endParaRPr lang="zh-CN" altLang="zh-CN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5" name="矩形 15"/>
          <p:cNvSpPr>
            <a:spLocks noChangeArrowheads="1"/>
          </p:cNvSpPr>
          <p:nvPr/>
        </p:nvSpPr>
        <p:spPr bwMode="auto">
          <a:xfrm>
            <a:off x="28725" y="411570"/>
            <a:ext cx="396722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Calibri" panose="020F0502020204030204" pitchFamily="34" charset="0"/>
              </a:rPr>
              <a:t>第五章复习要点</a:t>
            </a:r>
          </a:p>
        </p:txBody>
      </p:sp>
    </p:spTree>
    <p:extLst>
      <p:ext uri="{BB962C8B-B14F-4D97-AF65-F5344CB8AC3E}">
        <p14:creationId xmlns:p14="http://schemas.microsoft.com/office/powerpoint/2010/main" val="4034936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6" grpId="0" animBg="1"/>
      <p:bldP spid="6147" grpId="0" animBg="1"/>
      <p:bldP spid="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Box 3"/>
          <p:cNvSpPr>
            <a:spLocks noChangeArrowheads="1"/>
          </p:cNvSpPr>
          <p:nvPr/>
        </p:nvSpPr>
        <p:spPr bwMode="auto">
          <a:xfrm>
            <a:off x="3171229" y="1991009"/>
            <a:ext cx="1261884" cy="523220"/>
          </a:xfrm>
          <a:prstGeom prst="rect">
            <a:avLst/>
          </a:prstGeom>
          <a:solidFill>
            <a:srgbClr val="E36C0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第六章</a:t>
            </a:r>
          </a:p>
        </p:txBody>
      </p:sp>
      <p:sp>
        <p:nvSpPr>
          <p:cNvPr id="5123" name="TextBox 4"/>
          <p:cNvSpPr>
            <a:spLocks noChangeArrowheads="1"/>
          </p:cNvSpPr>
          <p:nvPr/>
        </p:nvSpPr>
        <p:spPr bwMode="auto">
          <a:xfrm>
            <a:off x="3098869" y="2658896"/>
            <a:ext cx="430977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Calibri" panose="020F0502020204030204" pitchFamily="34" charset="0"/>
              </a:rPr>
              <a:t>架构设计与构件设计</a:t>
            </a:r>
          </a:p>
        </p:txBody>
      </p:sp>
      <p:sp>
        <p:nvSpPr>
          <p:cNvPr id="5124" name="TextBox 5"/>
          <p:cNvSpPr>
            <a:spLocks noChangeArrowheads="1"/>
          </p:cNvSpPr>
          <p:nvPr/>
        </p:nvSpPr>
        <p:spPr bwMode="auto">
          <a:xfrm>
            <a:off x="2096095" y="1975869"/>
            <a:ext cx="841897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8000" b="1" dirty="0">
                <a:solidFill>
                  <a:srgbClr val="FFFFFF"/>
                </a:solidFill>
                <a:latin typeface="Kozuka Mincho Pr6N H" pitchFamily="2" charset="-128"/>
                <a:ea typeface="Kozuka Mincho Pr6N H" pitchFamily="2" charset="-128"/>
                <a:sym typeface="Kozuka Mincho Pr6N H" pitchFamily="2" charset="-128"/>
              </a:rPr>
              <a:t>6</a:t>
            </a:r>
            <a:endParaRPr lang="zh-CN" altLang="en-US" sz="8000" b="1" dirty="0">
              <a:solidFill>
                <a:srgbClr val="FFFFFF"/>
              </a:solidFill>
              <a:latin typeface="Kozuka Mincho Pr6N H" pitchFamily="2" charset="-128"/>
              <a:ea typeface="Kozuka Mincho Pr6N H" pitchFamily="2" charset="-128"/>
              <a:sym typeface="Kozuka Mincho Pr6N H" pitchFamily="2" charset="-128"/>
            </a:endParaRPr>
          </a:p>
        </p:txBody>
      </p:sp>
      <p:sp>
        <p:nvSpPr>
          <p:cNvPr id="5125" name="直接连接符 6"/>
          <p:cNvSpPr>
            <a:spLocks noChangeShapeType="1"/>
          </p:cNvSpPr>
          <p:nvPr/>
        </p:nvSpPr>
        <p:spPr bwMode="auto">
          <a:xfrm>
            <a:off x="2051790" y="3167064"/>
            <a:ext cx="4608384" cy="0"/>
          </a:xfrm>
          <a:prstGeom prst="line">
            <a:avLst/>
          </a:prstGeom>
          <a:noFill/>
          <a:ln w="9525" cap="flat" cmpd="sng">
            <a:solidFill>
              <a:schemeClr val="bg1"/>
            </a:solidFill>
            <a:prstDash val="sysDot"/>
            <a:bevel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6" name="直接连接符 7"/>
          <p:cNvSpPr>
            <a:spLocks noChangeShapeType="1"/>
          </p:cNvSpPr>
          <p:nvPr/>
        </p:nvSpPr>
        <p:spPr bwMode="auto">
          <a:xfrm>
            <a:off x="2051790" y="1923696"/>
            <a:ext cx="4608384" cy="0"/>
          </a:xfrm>
          <a:prstGeom prst="line">
            <a:avLst/>
          </a:prstGeom>
          <a:noFill/>
          <a:ln w="9525" cap="flat" cmpd="sng">
            <a:solidFill>
              <a:schemeClr val="bg1"/>
            </a:solidFill>
            <a:prstDash val="sysDot"/>
            <a:bevel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234983"/>
      </p:ext>
    </p:extLst>
  </p:cSld>
  <p:clrMapOvr>
    <a:masterClrMapping/>
  </p:clrMapOvr>
  <p:transition spd="slow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250"/>
                                        <p:tgtEl>
                                          <p:spTgt spid="51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5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5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12" dur="250"/>
                                        <p:tgtEl>
                                          <p:spTgt spid="51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250" fill="hold"/>
                                        <p:tgtEl>
                                          <p:spTgt spid="5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5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250"/>
                            </p:stCondLst>
                            <p:childTnLst>
                              <p:par>
                                <p:cTn id="1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250" fill="hold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250" fill="hold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25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25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2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250" fill="hold"/>
                                        <p:tgtEl>
                                          <p:spTgt spid="5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250" fill="hold"/>
                                        <p:tgtEl>
                                          <p:spTgt spid="5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1" dur="250"/>
                                        <p:tgtEl>
                                          <p:spTgt spid="5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250"/>
                                        <p:tgtEl>
                                          <p:spTgt spid="5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5" dur="250"/>
                                        <p:tgtEl>
                                          <p:spTgt spid="5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250"/>
                                        <p:tgtEl>
                                          <p:spTgt spid="5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50"/>
                            </p:stCondLst>
                            <p:childTnLst>
                              <p:par>
                                <p:cTn id="39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0" dur="250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250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4" dur="250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250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 calcmode="lin" valueType="num">
                                      <p:cBhvr additive="base">
                                        <p:cTn id="48" dur="250"/>
                                        <p:tgtEl>
                                          <p:spTgt spid="5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250"/>
                                        <p:tgtEl>
                                          <p:spTgt spid="5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2" grpId="0" animBg="1"/>
      <p:bldP spid="5122" grpId="1" animBg="1"/>
      <p:bldP spid="5123" grpId="0"/>
      <p:bldP spid="5123" grpId="1"/>
      <p:bldP spid="5124" grpId="0"/>
      <p:bldP spid="5124" grpId="1"/>
      <p:bldP spid="5125" grpId="0" animBg="1"/>
      <p:bldP spid="5125" grpId="1" animBg="1"/>
      <p:bldP spid="5126" grpId="0" animBg="1"/>
      <p:bldP spid="5126" grpId="1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矩形 6"/>
          <p:cNvSpPr>
            <a:spLocks noChangeArrowheads="1"/>
          </p:cNvSpPr>
          <p:nvPr/>
        </p:nvSpPr>
        <p:spPr bwMode="auto">
          <a:xfrm>
            <a:off x="0" y="627063"/>
            <a:ext cx="9144000" cy="4105275"/>
          </a:xfrm>
          <a:prstGeom prst="rect">
            <a:avLst/>
          </a:prstGeom>
          <a:solidFill>
            <a:srgbClr val="FFFFFF">
              <a:alpha val="5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25400" cap="flat" cmpd="sng">
                <a:solidFill>
                  <a:srgbClr val="395E8A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6147" name="TextBox 7"/>
          <p:cNvSpPr>
            <a:spLocks noChangeArrowheads="1"/>
          </p:cNvSpPr>
          <p:nvPr/>
        </p:nvSpPr>
        <p:spPr bwMode="auto">
          <a:xfrm>
            <a:off x="0" y="365125"/>
            <a:ext cx="3995952" cy="461665"/>
          </a:xfrm>
          <a:prstGeom prst="rect">
            <a:avLst/>
          </a:prstGeom>
          <a:solidFill>
            <a:srgbClr val="E36C0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endParaRPr lang="zh-CN" altLang="zh-CN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5" name="矩形 15"/>
          <p:cNvSpPr>
            <a:spLocks noChangeArrowheads="1"/>
          </p:cNvSpPr>
          <p:nvPr/>
        </p:nvSpPr>
        <p:spPr bwMode="auto">
          <a:xfrm>
            <a:off x="28725" y="365124"/>
            <a:ext cx="396722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Calibri" panose="020F0502020204030204" pitchFamily="34" charset="0"/>
              </a:rPr>
              <a:t>第六章复习要点</a:t>
            </a:r>
          </a:p>
        </p:txBody>
      </p:sp>
      <p:grpSp>
        <p:nvGrpSpPr>
          <p:cNvPr id="8" name="组合 7"/>
          <p:cNvGrpSpPr/>
          <p:nvPr/>
        </p:nvGrpSpPr>
        <p:grpSpPr>
          <a:xfrm>
            <a:off x="971700" y="1059624"/>
            <a:ext cx="1523956" cy="3096351"/>
            <a:chOff x="1127339" y="1328300"/>
            <a:chExt cx="1523956" cy="3096351"/>
          </a:xfrm>
        </p:grpSpPr>
        <p:pic>
          <p:nvPicPr>
            <p:cNvPr id="22" name="图片 21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459" r="5186"/>
            <a:stretch/>
          </p:blipFill>
          <p:spPr>
            <a:xfrm>
              <a:off x="1127339" y="1328300"/>
              <a:ext cx="1523956" cy="3096351"/>
            </a:xfrm>
            <a:prstGeom prst="rect">
              <a:avLst/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26" name="TextBox 25"/>
            <p:cNvSpPr txBox="1"/>
            <p:nvPr/>
          </p:nvSpPr>
          <p:spPr>
            <a:xfrm>
              <a:off x="1260295" y="2217604"/>
              <a:ext cx="1320662" cy="9325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R="0" lvl="0" indent="0" fontAlgn="auto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200" b="0" i="0" u="none" strike="noStrike" kern="0" cap="none" spc="0" normalizeH="0" baseline="0">
                  <a:ln>
                    <a:noFill/>
                  </a:ln>
                  <a:solidFill>
                    <a:sysClr val="window" lastClr="FFFFFF">
                      <a:lumMod val="50000"/>
                    </a:sysClr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</a:defRPr>
              </a:lvl1pPr>
            </a:lstStyle>
            <a:p>
              <a:pPr lvl="0">
                <a:defRPr/>
              </a:pPr>
              <a:r>
                <a:rPr lang="zh-CN" altLang="en-US" sz="1400" dirty="0"/>
                <a:t>了解从分析模型到设计模型转换的方法。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296044" y="1551965"/>
              <a:ext cx="119076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</a:rPr>
                <a:t>要点</a:t>
              </a:r>
              <a:r>
                <a: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</a:rPr>
                <a:t>1</a:t>
              </a:r>
              <a:endPara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2831990" y="843606"/>
            <a:ext cx="1625382" cy="3024252"/>
            <a:chOff x="2831990" y="843606"/>
            <a:chExt cx="1625382" cy="3024252"/>
          </a:xfrm>
        </p:grpSpPr>
        <p:pic>
          <p:nvPicPr>
            <p:cNvPr id="23" name="图片 22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27" r="5107"/>
            <a:stretch/>
          </p:blipFill>
          <p:spPr>
            <a:xfrm>
              <a:off x="2831990" y="843606"/>
              <a:ext cx="1625382" cy="3024252"/>
            </a:xfrm>
            <a:prstGeom prst="rect">
              <a:avLst/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28" name="TextBox 27"/>
            <p:cNvSpPr txBox="1"/>
            <p:nvPr/>
          </p:nvSpPr>
          <p:spPr>
            <a:xfrm>
              <a:off x="3061023" y="1071721"/>
              <a:ext cx="119076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</a:rPr>
                <a:t>要点</a:t>
              </a:r>
              <a:r>
                <a: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</a:rPr>
                <a:t>2</a:t>
              </a:r>
              <a:endPara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3042965" y="1724890"/>
              <a:ext cx="1320662" cy="12126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R="0" lvl="0" indent="0" fontAlgn="auto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200" b="0" i="0" u="none" strike="noStrike" kern="0" cap="none" spc="0" normalizeH="0" baseline="0">
                  <a:ln>
                    <a:noFill/>
                  </a:ln>
                  <a:solidFill>
                    <a:sysClr val="window" lastClr="FFFFFF">
                      <a:lumMod val="50000"/>
                    </a:sysClr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</a:defRPr>
              </a:lvl1pPr>
            </a:lstStyle>
            <a:p>
              <a:pPr lvl="0">
                <a:defRPr/>
              </a:pPr>
              <a:r>
                <a:rPr lang="zh-CN" altLang="en-US" sz="1400" dirty="0"/>
                <a:t>了解软、硬件系统体系结构模型的建模方法与步骤。</a:t>
              </a: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4716012" y="1059625"/>
            <a:ext cx="1523956" cy="3096350"/>
            <a:chOff x="4638067" y="1256388"/>
            <a:chExt cx="1523956" cy="3096350"/>
          </a:xfrm>
        </p:grpSpPr>
        <p:pic>
          <p:nvPicPr>
            <p:cNvPr id="24" name="图片 23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459" r="5186"/>
            <a:stretch/>
          </p:blipFill>
          <p:spPr>
            <a:xfrm>
              <a:off x="4638067" y="1256388"/>
              <a:ext cx="1523956" cy="3096350"/>
            </a:xfrm>
            <a:prstGeom prst="rect">
              <a:avLst/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29" name="TextBox 28"/>
            <p:cNvSpPr txBox="1"/>
            <p:nvPr/>
          </p:nvSpPr>
          <p:spPr>
            <a:xfrm>
              <a:off x="4815419" y="1472405"/>
              <a:ext cx="119076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</a:rPr>
                <a:t>要点</a:t>
              </a:r>
              <a:r>
                <a: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</a:rPr>
                <a:t>3</a:t>
              </a:r>
              <a:endPara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4757525" y="2203927"/>
              <a:ext cx="1320662" cy="12126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R="0" lvl="0" indent="0" fontAlgn="auto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200" b="0" i="0" u="none" strike="noStrike" kern="0" cap="none" spc="0" normalizeH="0" baseline="0">
                  <a:ln>
                    <a:noFill/>
                  </a:ln>
                  <a:solidFill>
                    <a:sysClr val="window" lastClr="FFFFFF">
                      <a:lumMod val="50000"/>
                    </a:sysClr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</a:defRPr>
              </a:lvl1pPr>
            </a:lstStyle>
            <a:p>
              <a:pPr lvl="0">
                <a:defRPr/>
              </a:pPr>
              <a:r>
                <a:rPr lang="zh-CN" altLang="en-US" sz="1400" dirty="0"/>
                <a:t>掌握构件、构件接口和构件模型图的描述方法。</a:t>
              </a:r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6474912" y="843606"/>
            <a:ext cx="1625382" cy="3096258"/>
            <a:chOff x="6342717" y="843699"/>
            <a:chExt cx="1625382" cy="2952246"/>
          </a:xfrm>
        </p:grpSpPr>
        <p:pic>
          <p:nvPicPr>
            <p:cNvPr id="25" name="图片 24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27" r="5107"/>
            <a:stretch/>
          </p:blipFill>
          <p:spPr>
            <a:xfrm>
              <a:off x="6342717" y="843699"/>
              <a:ext cx="1625382" cy="2952246"/>
            </a:xfrm>
            <a:prstGeom prst="rect">
              <a:avLst/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30" name="TextBox 29"/>
            <p:cNvSpPr txBox="1"/>
            <p:nvPr/>
          </p:nvSpPr>
          <p:spPr>
            <a:xfrm>
              <a:off x="6571750" y="1062557"/>
              <a:ext cx="119076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b="1" kern="0" dirty="0">
                  <a:solidFill>
                    <a:sysClr val="window" lastClr="FFFFFF"/>
                  </a:solidFill>
                  <a:latin typeface="微软雅黑" pitchFamily="34" charset="-122"/>
                  <a:ea typeface="微软雅黑" pitchFamily="34" charset="-122"/>
                </a:rPr>
                <a:t>要点</a:t>
              </a:r>
              <a:r>
                <a:rPr lang="en-US" altLang="zh-CN" b="1" kern="0" dirty="0">
                  <a:solidFill>
                    <a:sysClr val="window" lastClr="FFFFFF"/>
                  </a:solidFill>
                  <a:latin typeface="微软雅黑" pitchFamily="34" charset="-122"/>
                  <a:ea typeface="微软雅黑" pitchFamily="34" charset="-122"/>
                </a:rPr>
                <a:t>4</a:t>
              </a:r>
              <a:endPara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6575431" y="1685317"/>
              <a:ext cx="1320662" cy="14927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R="0" lvl="0" indent="0" fontAlgn="auto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200" b="0" i="0" u="none" strike="noStrike" kern="0" cap="none" spc="0" normalizeH="0" baseline="0">
                  <a:ln>
                    <a:noFill/>
                  </a:ln>
                  <a:solidFill>
                    <a:sysClr val="window" lastClr="FFFFFF">
                      <a:lumMod val="50000"/>
                    </a:sysClr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</a:defRPr>
              </a:lvl1pPr>
            </a:lstStyle>
            <a:p>
              <a:pPr lvl="0">
                <a:defRPr/>
              </a:pPr>
              <a:r>
                <a:rPr lang="zh-CN" altLang="en-US" sz="1400" dirty="0"/>
                <a:t>掌握</a:t>
              </a:r>
              <a:r>
                <a:rPr lang="en-US" altLang="zh-CN" sz="1400" dirty="0"/>
                <a:t>UML</a:t>
              </a:r>
              <a:r>
                <a:rPr lang="zh-CN" altLang="en-US" sz="1400" dirty="0"/>
                <a:t>中配置图的描述方法</a:t>
              </a:r>
              <a:r>
                <a:rPr lang="en-US" altLang="zh-CN" sz="1400" dirty="0"/>
                <a:t>, </a:t>
              </a:r>
              <a:r>
                <a:rPr lang="zh-CN" altLang="en-US" sz="1400" dirty="0"/>
                <a:t>节点、构件和对象之间的关系 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55817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7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6" grpId="0" animBg="1"/>
      <p:bldP spid="6147" grpId="0" animBg="1"/>
      <p:bldP spid="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TextBox 4"/>
          <p:cNvSpPr>
            <a:spLocks noChangeArrowheads="1"/>
          </p:cNvSpPr>
          <p:nvPr/>
        </p:nvSpPr>
        <p:spPr bwMode="auto">
          <a:xfrm>
            <a:off x="2417110" y="2355732"/>
            <a:ext cx="430977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Calibri" panose="020F0502020204030204" pitchFamily="34" charset="0"/>
              </a:rPr>
              <a:t>终结性考试</a:t>
            </a:r>
          </a:p>
        </p:txBody>
      </p:sp>
      <p:sp>
        <p:nvSpPr>
          <p:cNvPr id="5125" name="直接连接符 6"/>
          <p:cNvSpPr>
            <a:spLocks noChangeShapeType="1"/>
          </p:cNvSpPr>
          <p:nvPr/>
        </p:nvSpPr>
        <p:spPr bwMode="auto">
          <a:xfrm>
            <a:off x="2051790" y="3167064"/>
            <a:ext cx="4608384" cy="0"/>
          </a:xfrm>
          <a:prstGeom prst="line">
            <a:avLst/>
          </a:prstGeom>
          <a:noFill/>
          <a:ln w="9525" cap="flat" cmpd="sng">
            <a:solidFill>
              <a:schemeClr val="bg1"/>
            </a:solidFill>
            <a:prstDash val="sysDot"/>
            <a:bevel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6" name="直接连接符 7"/>
          <p:cNvSpPr>
            <a:spLocks noChangeShapeType="1"/>
          </p:cNvSpPr>
          <p:nvPr/>
        </p:nvSpPr>
        <p:spPr bwMode="auto">
          <a:xfrm>
            <a:off x="2051790" y="1923696"/>
            <a:ext cx="4608384" cy="0"/>
          </a:xfrm>
          <a:prstGeom prst="line">
            <a:avLst/>
          </a:prstGeom>
          <a:noFill/>
          <a:ln w="9525" cap="flat" cmpd="sng">
            <a:solidFill>
              <a:schemeClr val="bg1"/>
            </a:solidFill>
            <a:prstDash val="sysDot"/>
            <a:bevel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032980"/>
      </p:ext>
    </p:extLst>
  </p:cSld>
  <p:clrMapOvr>
    <a:masterClrMapping/>
  </p:clrMapOvr>
  <p:transition spd="slow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250"/>
                                        <p:tgtEl>
                                          <p:spTgt spid="51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5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5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12" dur="250"/>
                                        <p:tgtEl>
                                          <p:spTgt spid="51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250" fill="hold"/>
                                        <p:tgtEl>
                                          <p:spTgt spid="5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5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2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250" fill="hold"/>
                                        <p:tgtEl>
                                          <p:spTgt spid="5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250" fill="hold"/>
                                        <p:tgtEl>
                                          <p:spTgt spid="5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2" dur="250"/>
                                        <p:tgtEl>
                                          <p:spTgt spid="5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250"/>
                                        <p:tgtEl>
                                          <p:spTgt spid="5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6" dur="250"/>
                                        <p:tgtEl>
                                          <p:spTgt spid="5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250"/>
                                        <p:tgtEl>
                                          <p:spTgt spid="5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 calcmode="lin" valueType="num">
                                      <p:cBhvr additive="base">
                                        <p:cTn id="30" dur="250"/>
                                        <p:tgtEl>
                                          <p:spTgt spid="5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250"/>
                                        <p:tgtEl>
                                          <p:spTgt spid="5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3" grpId="0"/>
      <p:bldP spid="5123" grpId="1"/>
      <p:bldP spid="5125" grpId="0" animBg="1"/>
      <p:bldP spid="5125" grpId="1" animBg="1"/>
      <p:bldP spid="5126" grpId="0" animBg="1"/>
      <p:bldP spid="5126" grpId="1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矩形 6"/>
          <p:cNvSpPr>
            <a:spLocks noChangeArrowheads="1"/>
          </p:cNvSpPr>
          <p:nvPr/>
        </p:nvSpPr>
        <p:spPr bwMode="auto">
          <a:xfrm>
            <a:off x="0" y="627063"/>
            <a:ext cx="9144000" cy="4105275"/>
          </a:xfrm>
          <a:prstGeom prst="rect">
            <a:avLst/>
          </a:prstGeom>
          <a:solidFill>
            <a:srgbClr val="FFFFFF">
              <a:alpha val="5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25400" cap="flat" cmpd="sng">
                <a:solidFill>
                  <a:srgbClr val="395E8A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6147" name="TextBox 7"/>
          <p:cNvSpPr>
            <a:spLocks noChangeArrowheads="1"/>
          </p:cNvSpPr>
          <p:nvPr/>
        </p:nvSpPr>
        <p:spPr bwMode="auto">
          <a:xfrm>
            <a:off x="0" y="365125"/>
            <a:ext cx="3203575" cy="461665"/>
          </a:xfrm>
          <a:prstGeom prst="rect">
            <a:avLst/>
          </a:prstGeom>
          <a:solidFill>
            <a:srgbClr val="E36C0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zh-CN" altLang="zh-CN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5" name="矩形 15"/>
          <p:cNvSpPr>
            <a:spLocks noChangeArrowheads="1"/>
          </p:cNvSpPr>
          <p:nvPr/>
        </p:nvSpPr>
        <p:spPr bwMode="auto">
          <a:xfrm>
            <a:off x="28725" y="365124"/>
            <a:ext cx="320357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终结性考试</a:t>
            </a:r>
          </a:p>
        </p:txBody>
      </p:sp>
      <p:grpSp>
        <p:nvGrpSpPr>
          <p:cNvPr id="6" name="组合 5"/>
          <p:cNvGrpSpPr/>
          <p:nvPr/>
        </p:nvGrpSpPr>
        <p:grpSpPr>
          <a:xfrm>
            <a:off x="755681" y="1098221"/>
            <a:ext cx="7416619" cy="1063850"/>
            <a:chOff x="611669" y="1093893"/>
            <a:chExt cx="7416619" cy="1063850"/>
          </a:xfrm>
        </p:grpSpPr>
        <p:sp>
          <p:nvSpPr>
            <p:cNvPr id="23" name="矩形 22"/>
            <p:cNvSpPr/>
            <p:nvPr/>
          </p:nvSpPr>
          <p:spPr>
            <a:xfrm>
              <a:off x="2109109" y="1093893"/>
              <a:ext cx="5919179" cy="1041587"/>
            </a:xfrm>
            <a:prstGeom prst="rect">
              <a:avLst/>
            </a:prstGeom>
            <a:solidFill>
              <a:srgbClr val="4BACC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宋体"/>
                <a:cs typeface="+mn-cs"/>
              </a:endParaRPr>
            </a:p>
          </p:txBody>
        </p:sp>
        <p:sp>
          <p:nvSpPr>
            <p:cNvPr id="24" name="椭圆 3"/>
            <p:cNvSpPr/>
            <p:nvPr/>
          </p:nvSpPr>
          <p:spPr>
            <a:xfrm rot="5400000" flipH="1">
              <a:off x="1665186" y="1516980"/>
              <a:ext cx="1033796" cy="187622"/>
            </a:xfrm>
            <a:custGeom>
              <a:avLst/>
              <a:gdLst/>
              <a:ahLst/>
              <a:cxnLst/>
              <a:rect l="l" t="t" r="r" b="b"/>
              <a:pathLst>
                <a:path w="5967726" h="372256">
                  <a:moveTo>
                    <a:pt x="2983863" y="0"/>
                  </a:moveTo>
                  <a:cubicBezTo>
                    <a:pt x="4505610" y="0"/>
                    <a:pt x="5763890" y="161740"/>
                    <a:pt x="5967726" y="372256"/>
                  </a:cubicBezTo>
                  <a:lnTo>
                    <a:pt x="0" y="372256"/>
                  </a:lnTo>
                  <a:cubicBezTo>
                    <a:pt x="203837" y="161740"/>
                    <a:pt x="1462116" y="0"/>
                    <a:pt x="2983863" y="0"/>
                  </a:cubicBezTo>
                  <a:close/>
                </a:path>
              </a:pathLst>
            </a:custGeom>
            <a:gradFill flip="none" rotWithShape="1">
              <a:gsLst>
                <a:gs pos="100000">
                  <a:srgbClr val="4BACC6">
                    <a:lumMod val="50000"/>
                    <a:alpha val="82000"/>
                  </a:srgbClr>
                </a:gs>
                <a:gs pos="61000">
                  <a:sysClr val="window" lastClr="FFFFFF">
                    <a:lumMod val="95000"/>
                    <a:alpha val="0"/>
                  </a:sysClr>
                </a:gs>
              </a:gsLst>
              <a:lin ang="5400000" scaled="1"/>
              <a:tileRect/>
            </a:gradFill>
            <a:ln w="25400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宋体"/>
                <a:cs typeface="+mn-cs"/>
              </a:endParaRPr>
            </a:p>
          </p:txBody>
        </p:sp>
        <p:sp>
          <p:nvSpPr>
            <p:cNvPr id="25" name="矩形 24"/>
            <p:cNvSpPr/>
            <p:nvPr/>
          </p:nvSpPr>
          <p:spPr>
            <a:xfrm>
              <a:off x="611669" y="1093893"/>
              <a:ext cx="1497442" cy="1041587"/>
            </a:xfrm>
            <a:prstGeom prst="rect">
              <a:avLst/>
            </a:prstGeom>
            <a:solidFill>
              <a:srgbClr val="4BACC6">
                <a:lumMod val="50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宋体"/>
                <a:cs typeface="+mn-cs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611669" y="1093893"/>
              <a:ext cx="1454339" cy="1011529"/>
            </a:xfrm>
            <a:prstGeom prst="rect">
              <a:avLst/>
            </a:prstGeom>
            <a:solidFill>
              <a:sysClr val="window" lastClr="FFFFFF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宋体"/>
                <a:cs typeface="+mn-cs"/>
              </a:endParaRPr>
            </a:p>
          </p:txBody>
        </p:sp>
        <p:sp>
          <p:nvSpPr>
            <p:cNvPr id="27" name="等腰三角形 26"/>
            <p:cNvSpPr/>
            <p:nvPr/>
          </p:nvSpPr>
          <p:spPr>
            <a:xfrm rot="5400000">
              <a:off x="2040689" y="1555801"/>
              <a:ext cx="138000" cy="118966"/>
            </a:xfrm>
            <a:prstGeom prst="triangle">
              <a:avLst/>
            </a:prstGeom>
            <a:solidFill>
              <a:sysClr val="window" lastClr="FFFFFF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宋体"/>
                <a:cs typeface="+mn-cs"/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827688" y="1203636"/>
              <a:ext cx="1064434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4BACC6">
                      <a:lumMod val="50000"/>
                    </a:srgbClr>
                  </a:solidFill>
                  <a:effectLst/>
                  <a:uLnTx/>
                  <a:uFillTx/>
                  <a:latin typeface="Arial Black" pitchFamily="34" charset="0"/>
                  <a:ea typeface="微软雅黑" pitchFamily="34" charset="-122"/>
                </a:rPr>
                <a:t>考试时间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2202574" y="1434590"/>
              <a:ext cx="5561680" cy="3450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just" defTabSz="91440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1400" kern="0">
                  <a:solidFill>
                    <a:sysClr val="window" lastClr="FFFFFF"/>
                  </a:solidFill>
                  <a:latin typeface="微软雅黑" pitchFamily="34" charset="-122"/>
                  <a:ea typeface="微软雅黑" pitchFamily="34" charset="-122"/>
                </a:rPr>
                <a:t>60</a:t>
              </a:r>
              <a:r>
                <a:rPr lang="zh-CN" altLang="en-US" sz="1400" kern="0" dirty="0">
                  <a:solidFill>
                    <a:sysClr val="window" lastClr="FFFFFF"/>
                  </a:solidFill>
                  <a:latin typeface="微软雅黑" pitchFamily="34" charset="-122"/>
                  <a:ea typeface="微软雅黑" pitchFamily="34" charset="-122"/>
                </a:rPr>
                <a:t>分钟</a:t>
              </a: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755681" y="2401747"/>
            <a:ext cx="7406583" cy="1898148"/>
            <a:chOff x="611669" y="3246665"/>
            <a:chExt cx="7406583" cy="1048901"/>
          </a:xfrm>
        </p:grpSpPr>
        <p:sp>
          <p:nvSpPr>
            <p:cNvPr id="19" name="矩形 18"/>
            <p:cNvSpPr/>
            <p:nvPr/>
          </p:nvSpPr>
          <p:spPr>
            <a:xfrm>
              <a:off x="2119143" y="3249919"/>
              <a:ext cx="5899109" cy="1041587"/>
            </a:xfrm>
            <a:prstGeom prst="rect">
              <a:avLst/>
            </a:prstGeom>
            <a:solidFill>
              <a:srgbClr val="8A4E48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宋体"/>
                <a:cs typeface="+mn-cs"/>
              </a:endParaRPr>
            </a:p>
          </p:txBody>
        </p:sp>
        <p:sp>
          <p:nvSpPr>
            <p:cNvPr id="20" name="椭圆 3"/>
            <p:cNvSpPr/>
            <p:nvPr/>
          </p:nvSpPr>
          <p:spPr>
            <a:xfrm rot="5400000" flipH="1">
              <a:off x="1668053" y="3687722"/>
              <a:ext cx="1048901" cy="166787"/>
            </a:xfrm>
            <a:custGeom>
              <a:avLst/>
              <a:gdLst/>
              <a:ahLst/>
              <a:cxnLst/>
              <a:rect l="l" t="t" r="r" b="b"/>
              <a:pathLst>
                <a:path w="5967726" h="372256">
                  <a:moveTo>
                    <a:pt x="2983863" y="0"/>
                  </a:moveTo>
                  <a:cubicBezTo>
                    <a:pt x="4505610" y="0"/>
                    <a:pt x="5763890" y="161740"/>
                    <a:pt x="5967726" y="372256"/>
                  </a:cubicBezTo>
                  <a:lnTo>
                    <a:pt x="0" y="372256"/>
                  </a:lnTo>
                  <a:cubicBezTo>
                    <a:pt x="203837" y="161740"/>
                    <a:pt x="1462116" y="0"/>
                    <a:pt x="2983863" y="0"/>
                  </a:cubicBezTo>
                  <a:close/>
                </a:path>
              </a:pathLst>
            </a:custGeom>
            <a:gradFill flip="none" rotWithShape="1">
              <a:gsLst>
                <a:gs pos="100000">
                  <a:srgbClr val="351D1B"/>
                </a:gs>
                <a:gs pos="61000">
                  <a:sysClr val="window" lastClr="FFFFFF">
                    <a:lumMod val="95000"/>
                    <a:alpha val="0"/>
                  </a:sysClr>
                </a:gs>
              </a:gsLst>
              <a:lin ang="5400000" scaled="1"/>
              <a:tileRect/>
            </a:gradFill>
            <a:ln w="25400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宋体"/>
                <a:cs typeface="+mn-cs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611669" y="3246665"/>
              <a:ext cx="1517511" cy="1041587"/>
            </a:xfrm>
            <a:prstGeom prst="rect">
              <a:avLst/>
            </a:prstGeom>
            <a:solidFill>
              <a:srgbClr val="351D1B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宋体"/>
                <a:cs typeface="+mn-cs"/>
              </a:endParaRPr>
            </a:p>
          </p:txBody>
        </p:sp>
        <p:sp>
          <p:nvSpPr>
            <p:cNvPr id="31" name="等腰三角形 30"/>
            <p:cNvSpPr/>
            <p:nvPr/>
          </p:nvSpPr>
          <p:spPr>
            <a:xfrm rot="5400000">
              <a:off x="2060758" y="3708573"/>
              <a:ext cx="138000" cy="118966"/>
            </a:xfrm>
            <a:prstGeom prst="triangle">
              <a:avLst/>
            </a:prstGeom>
            <a:solidFill>
              <a:sysClr val="window" lastClr="FFFFFF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宋体"/>
                <a:cs typeface="+mn-cs"/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2253630" y="3458705"/>
              <a:ext cx="5561680" cy="5002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just" defTabSz="91440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1400" kern="0" dirty="0">
                  <a:solidFill>
                    <a:sysClr val="window" lastClr="FFFFFF"/>
                  </a:solidFill>
                  <a:latin typeface="微软雅黑" pitchFamily="34" charset="-122"/>
                  <a:ea typeface="微软雅黑" pitchFamily="34" charset="-122"/>
                </a:rPr>
                <a:t>单项选择题（</a:t>
              </a:r>
              <a:r>
                <a:rPr lang="en-US" altLang="zh-CN" sz="1400" kern="0" dirty="0">
                  <a:solidFill>
                    <a:sysClr val="window" lastClr="FFFFFF"/>
                  </a:solidFill>
                  <a:latin typeface="微软雅黑" pitchFamily="34" charset="-122"/>
                  <a:ea typeface="微软雅黑" pitchFamily="34" charset="-122"/>
                </a:rPr>
                <a:t>30</a:t>
              </a:r>
              <a:r>
                <a:rPr lang="zh-CN" altLang="en-US" sz="1400" kern="0" dirty="0">
                  <a:solidFill>
                    <a:sysClr val="window" lastClr="FFFFFF"/>
                  </a:solidFill>
                  <a:latin typeface="微软雅黑" pitchFamily="34" charset="-122"/>
                  <a:ea typeface="微软雅黑" pitchFamily="34" charset="-122"/>
                </a:rPr>
                <a:t>*</a:t>
              </a:r>
              <a:r>
                <a:rPr lang="en-US" altLang="zh-CN" sz="1400" kern="0" dirty="0">
                  <a:solidFill>
                    <a:sysClr val="window" lastClr="FFFFFF"/>
                  </a:solidFill>
                  <a:latin typeface="微软雅黑" pitchFamily="34" charset="-122"/>
                  <a:ea typeface="微软雅黑" pitchFamily="34" charset="-122"/>
                </a:rPr>
                <a:t>2</a:t>
              </a:r>
              <a:r>
                <a:rPr lang="zh-CN" altLang="en-US" sz="1400" kern="0" dirty="0">
                  <a:solidFill>
                    <a:sysClr val="window" lastClr="FFFFFF"/>
                  </a:solidFill>
                  <a:latin typeface="微软雅黑" pitchFamily="34" charset="-122"/>
                  <a:ea typeface="微软雅黑" pitchFamily="34" charset="-122"/>
                </a:rPr>
                <a:t>分）</a:t>
              </a:r>
              <a:endParaRPr lang="en-US" altLang="zh-CN" sz="1400" kern="0" dirty="0">
                <a:solidFill>
                  <a:sysClr val="window" lastClr="FFFF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marL="0" marR="0" lvl="0" indent="0" algn="just" defTabSz="91440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1400" kern="0" dirty="0">
                  <a:solidFill>
                    <a:sysClr val="window" lastClr="FFFFFF"/>
                  </a:solidFill>
                  <a:latin typeface="微软雅黑" pitchFamily="34" charset="-122"/>
                  <a:ea typeface="微软雅黑" pitchFamily="34" charset="-122"/>
                </a:rPr>
                <a:t>多项选择题（</a:t>
              </a:r>
              <a:r>
                <a:rPr lang="en-US" altLang="zh-CN" sz="1400" kern="0" dirty="0">
                  <a:solidFill>
                    <a:sysClr val="window" lastClr="FFFFFF"/>
                  </a:solidFill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lang="zh-CN" altLang="en-US" sz="1400" kern="0" dirty="0">
                  <a:solidFill>
                    <a:sysClr val="window" lastClr="FFFFFF"/>
                  </a:solidFill>
                  <a:latin typeface="微软雅黑" pitchFamily="34" charset="-122"/>
                  <a:ea typeface="微软雅黑" pitchFamily="34" charset="-122"/>
                </a:rPr>
                <a:t>*</a:t>
              </a:r>
              <a:r>
                <a:rPr lang="en-US" altLang="zh-CN" sz="1400" kern="0" dirty="0">
                  <a:solidFill>
                    <a:sysClr val="window" lastClr="FFFFFF"/>
                  </a:solidFill>
                  <a:latin typeface="微软雅黑" pitchFamily="34" charset="-122"/>
                  <a:ea typeface="微软雅黑" pitchFamily="34" charset="-122"/>
                </a:rPr>
                <a:t>2</a:t>
              </a:r>
              <a:r>
                <a:rPr lang="zh-CN" altLang="en-US" sz="1400" kern="0" dirty="0">
                  <a:solidFill>
                    <a:sysClr val="window" lastClr="FFFFFF"/>
                  </a:solidFill>
                  <a:latin typeface="微软雅黑" pitchFamily="34" charset="-122"/>
                  <a:ea typeface="微软雅黑" pitchFamily="34" charset="-122"/>
                </a:rPr>
                <a:t>分）</a:t>
              </a:r>
              <a:endParaRPr lang="en-US" altLang="zh-CN" sz="1400" kern="0" dirty="0">
                <a:solidFill>
                  <a:sysClr val="window" lastClr="FFFF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marL="0" marR="0" lvl="0" indent="0" algn="just" defTabSz="91440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1400" kern="0" dirty="0">
                  <a:solidFill>
                    <a:sysClr val="window" lastClr="FFFFFF"/>
                  </a:solidFill>
                  <a:latin typeface="微软雅黑" pitchFamily="34" charset="-122"/>
                  <a:ea typeface="微软雅黑" pitchFamily="34" charset="-122"/>
                </a:rPr>
                <a:t>判断题（</a:t>
              </a:r>
              <a:r>
                <a:rPr lang="en-US" altLang="zh-CN" sz="1400" kern="0" dirty="0">
                  <a:solidFill>
                    <a:sysClr val="window" lastClr="FFFFFF"/>
                  </a:solidFill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lang="zh-CN" altLang="en-US" sz="1400" kern="0" dirty="0">
                  <a:solidFill>
                    <a:sysClr val="window" lastClr="FFFFFF"/>
                  </a:solidFill>
                  <a:latin typeface="微软雅黑" pitchFamily="34" charset="-122"/>
                  <a:ea typeface="微软雅黑" pitchFamily="34" charset="-122"/>
                </a:rPr>
                <a:t>*</a:t>
              </a:r>
              <a:r>
                <a:rPr lang="en-US" altLang="zh-CN" sz="1400" kern="0" dirty="0">
                  <a:solidFill>
                    <a:sysClr val="window" lastClr="FFFFFF"/>
                  </a:solidFill>
                  <a:latin typeface="微软雅黑" pitchFamily="34" charset="-122"/>
                  <a:ea typeface="微软雅黑" pitchFamily="34" charset="-122"/>
                </a:rPr>
                <a:t>2</a:t>
              </a:r>
              <a:r>
                <a:rPr lang="zh-CN" altLang="en-US" sz="1400" kern="0" dirty="0">
                  <a:solidFill>
                    <a:sysClr val="window" lastClr="FFFFFF"/>
                  </a:solidFill>
                  <a:latin typeface="微软雅黑" pitchFamily="34" charset="-122"/>
                  <a:ea typeface="微软雅黑" pitchFamily="34" charset="-122"/>
                </a:rPr>
                <a:t>分）</a:t>
              </a:r>
            </a:p>
          </p:txBody>
        </p:sp>
        <p:sp>
          <p:nvSpPr>
            <p:cNvPr id="38" name="矩形 37"/>
            <p:cNvSpPr/>
            <p:nvPr/>
          </p:nvSpPr>
          <p:spPr>
            <a:xfrm>
              <a:off x="611669" y="3246665"/>
              <a:ext cx="1474408" cy="1011529"/>
            </a:xfrm>
            <a:prstGeom prst="rect">
              <a:avLst/>
            </a:prstGeom>
            <a:solidFill>
              <a:sysClr val="window" lastClr="FFFFFF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宋体"/>
                <a:cs typeface="+mn-cs"/>
              </a:endParaRP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881391" y="3471373"/>
              <a:ext cx="1064434" cy="5272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800" b="1" kern="0" dirty="0">
                  <a:solidFill>
                    <a:srgbClr val="351D1B"/>
                  </a:solidFill>
                  <a:latin typeface="Arial Black" pitchFamily="34" charset="0"/>
                  <a:ea typeface="微软雅黑" pitchFamily="34" charset="-122"/>
                </a:rPr>
                <a:t>考试题型</a:t>
              </a:r>
              <a:endParaRPr lang="zh-CN" altLang="en-US" sz="4800" b="1" kern="0" dirty="0">
                <a:solidFill>
                  <a:srgbClr val="351D1B"/>
                </a:solidFill>
                <a:latin typeface="Arial Black" pitchFamily="34" charset="0"/>
                <a:ea typeface="微软雅黑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30841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6" grpId="0" animBg="1"/>
      <p:bldP spid="6147" grpId="0" animBg="1"/>
      <p:bldP spid="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52021E-04B0-4EC3-BB62-98E58E48D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54E1F09-D2D5-4BC6-ABCA-3FA7630FDA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AF772F3-FADE-4194-A4DF-EC2F17266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35CA6-9C17-46D8-A161-68CA44435138}" type="datetime1">
              <a:rPr lang="zh-CN" altLang="en-US" smtClean="0"/>
              <a:pPr/>
              <a:t>2021/5/27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36949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530" name="组合 25"/>
          <p:cNvGrpSpPr>
            <a:grpSpLocks/>
          </p:cNvGrpSpPr>
          <p:nvPr/>
        </p:nvGrpSpPr>
        <p:grpSpPr bwMode="auto">
          <a:xfrm>
            <a:off x="6742113" y="195263"/>
            <a:ext cx="287337" cy="288925"/>
            <a:chOff x="0" y="0"/>
            <a:chExt cx="288032" cy="288032"/>
          </a:xfrm>
        </p:grpSpPr>
        <p:sp>
          <p:nvSpPr>
            <p:cNvPr id="22531" name="椭圆 26"/>
            <p:cNvSpPr>
              <a:spLocks noChangeArrowheads="1"/>
            </p:cNvSpPr>
            <p:nvPr/>
          </p:nvSpPr>
          <p:spPr bwMode="auto">
            <a:xfrm>
              <a:off x="0" y="0"/>
              <a:ext cx="288032" cy="288032"/>
            </a:xfrm>
            <a:prstGeom prst="ellipse">
              <a:avLst/>
            </a:prstGeom>
            <a:noFill/>
            <a:ln w="12700" cap="flat" cmpd="sng">
              <a:solidFill>
                <a:schemeClr val="bg1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grpSp>
          <p:nvGrpSpPr>
            <p:cNvPr id="22532" name="组合 27"/>
            <p:cNvGrpSpPr>
              <a:grpSpLocks/>
            </p:cNvGrpSpPr>
            <p:nvPr/>
          </p:nvGrpSpPr>
          <p:grpSpPr bwMode="auto">
            <a:xfrm flipH="1">
              <a:off x="71530" y="105344"/>
              <a:ext cx="144971" cy="77344"/>
              <a:chOff x="0" y="0"/>
              <a:chExt cx="268428" cy="143210"/>
            </a:xfrm>
          </p:grpSpPr>
          <p:sp>
            <p:nvSpPr>
              <p:cNvPr id="22533" name="等腰三角形 28"/>
              <p:cNvSpPr>
                <a:spLocks noChangeArrowheads="1"/>
              </p:cNvSpPr>
              <p:nvPr/>
            </p:nvSpPr>
            <p:spPr bwMode="auto">
              <a:xfrm rot="5400000">
                <a:off x="-9878" y="9877"/>
                <a:ext cx="143209" cy="123456"/>
              </a:xfrm>
              <a:prstGeom prst="triangle">
                <a:avLst>
                  <a:gd name="adj" fmla="val 50000"/>
                </a:avLst>
              </a:prstGeom>
              <a:noFill/>
              <a:ln w="12700" cap="flat" cmpd="sng">
                <a:solidFill>
                  <a:schemeClr val="bg1"/>
                </a:solidFill>
                <a:bevel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/>
              <a:lstStyle/>
              <a:p>
                <a:pPr algn="ctr"/>
                <a:endParaRPr lang="zh-CN" altLang="zh-CN">
                  <a:solidFill>
                    <a:srgbClr val="FFFFFF"/>
                  </a:solidFill>
                  <a:latin typeface="宋体" panose="02010600030101010101" pitchFamily="2" charset="-122"/>
                  <a:sym typeface="宋体" panose="02010600030101010101" pitchFamily="2" charset="-122"/>
                </a:endParaRPr>
              </a:p>
            </p:txBody>
          </p:sp>
          <p:sp>
            <p:nvSpPr>
              <p:cNvPr id="22534" name="等腰三角形 29"/>
              <p:cNvSpPr>
                <a:spLocks noChangeArrowheads="1"/>
              </p:cNvSpPr>
              <p:nvPr/>
            </p:nvSpPr>
            <p:spPr bwMode="auto">
              <a:xfrm rot="5400000">
                <a:off x="135094" y="9878"/>
                <a:ext cx="143209" cy="123456"/>
              </a:xfrm>
              <a:prstGeom prst="triangle">
                <a:avLst>
                  <a:gd name="adj" fmla="val 50000"/>
                </a:avLst>
              </a:prstGeom>
              <a:noFill/>
              <a:ln w="12700" cap="flat" cmpd="sng">
                <a:solidFill>
                  <a:schemeClr val="bg1"/>
                </a:solidFill>
                <a:bevel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/>
              <a:lstStyle/>
              <a:p>
                <a:pPr algn="ctr"/>
                <a:endParaRPr lang="zh-CN" altLang="zh-CN">
                  <a:solidFill>
                    <a:srgbClr val="FFFFFF"/>
                  </a:solidFill>
                  <a:latin typeface="宋体" panose="02010600030101010101" pitchFamily="2" charset="-122"/>
                  <a:sym typeface="宋体" panose="02010600030101010101" pitchFamily="2" charset="-122"/>
                </a:endParaRPr>
              </a:p>
            </p:txBody>
          </p:sp>
        </p:grpSp>
      </p:grpSp>
      <p:grpSp>
        <p:nvGrpSpPr>
          <p:cNvPr id="22535" name="组合 30"/>
          <p:cNvGrpSpPr>
            <a:grpSpLocks/>
          </p:cNvGrpSpPr>
          <p:nvPr/>
        </p:nvGrpSpPr>
        <p:grpSpPr bwMode="auto">
          <a:xfrm>
            <a:off x="8613775" y="195263"/>
            <a:ext cx="288925" cy="288925"/>
            <a:chOff x="0" y="0"/>
            <a:chExt cx="288032" cy="288032"/>
          </a:xfrm>
        </p:grpSpPr>
        <p:sp>
          <p:nvSpPr>
            <p:cNvPr id="22536" name="椭圆 31"/>
            <p:cNvSpPr>
              <a:spLocks noChangeArrowheads="1"/>
            </p:cNvSpPr>
            <p:nvPr/>
          </p:nvSpPr>
          <p:spPr bwMode="auto">
            <a:xfrm>
              <a:off x="0" y="0"/>
              <a:ext cx="288032" cy="288032"/>
            </a:xfrm>
            <a:prstGeom prst="ellipse">
              <a:avLst/>
            </a:prstGeom>
            <a:noFill/>
            <a:ln w="12700" cap="flat" cmpd="sng">
              <a:solidFill>
                <a:schemeClr val="bg1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grpSp>
          <p:nvGrpSpPr>
            <p:cNvPr id="22537" name="组合 32"/>
            <p:cNvGrpSpPr>
              <a:grpSpLocks/>
            </p:cNvGrpSpPr>
            <p:nvPr/>
          </p:nvGrpSpPr>
          <p:grpSpPr bwMode="auto">
            <a:xfrm>
              <a:off x="82288" y="105344"/>
              <a:ext cx="144971" cy="77344"/>
              <a:chOff x="0" y="0"/>
              <a:chExt cx="268428" cy="143210"/>
            </a:xfrm>
          </p:grpSpPr>
          <p:sp>
            <p:nvSpPr>
              <p:cNvPr id="22538" name="等腰三角形 33"/>
              <p:cNvSpPr>
                <a:spLocks noChangeArrowheads="1"/>
              </p:cNvSpPr>
              <p:nvPr/>
            </p:nvSpPr>
            <p:spPr bwMode="auto">
              <a:xfrm rot="5400000">
                <a:off x="-9878" y="9877"/>
                <a:ext cx="143209" cy="123456"/>
              </a:xfrm>
              <a:prstGeom prst="triangle">
                <a:avLst>
                  <a:gd name="adj" fmla="val 50000"/>
                </a:avLst>
              </a:prstGeom>
              <a:noFill/>
              <a:ln w="12700" cap="flat" cmpd="sng">
                <a:solidFill>
                  <a:schemeClr val="bg1"/>
                </a:solidFill>
                <a:bevel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/>
              <a:lstStyle/>
              <a:p>
                <a:pPr algn="ctr"/>
                <a:endParaRPr lang="zh-CN" altLang="zh-CN">
                  <a:solidFill>
                    <a:srgbClr val="FFFFFF"/>
                  </a:solidFill>
                  <a:latin typeface="宋体" panose="02010600030101010101" pitchFamily="2" charset="-122"/>
                  <a:sym typeface="宋体" panose="02010600030101010101" pitchFamily="2" charset="-122"/>
                </a:endParaRPr>
              </a:p>
            </p:txBody>
          </p:sp>
          <p:sp>
            <p:nvSpPr>
              <p:cNvPr id="22539" name="等腰三角形 34"/>
              <p:cNvSpPr>
                <a:spLocks noChangeArrowheads="1"/>
              </p:cNvSpPr>
              <p:nvPr/>
            </p:nvSpPr>
            <p:spPr bwMode="auto">
              <a:xfrm rot="5400000">
                <a:off x="135094" y="9878"/>
                <a:ext cx="143209" cy="123456"/>
              </a:xfrm>
              <a:prstGeom prst="triangle">
                <a:avLst>
                  <a:gd name="adj" fmla="val 50000"/>
                </a:avLst>
              </a:prstGeom>
              <a:noFill/>
              <a:ln w="12700" cap="flat" cmpd="sng">
                <a:solidFill>
                  <a:schemeClr val="bg1"/>
                </a:solidFill>
                <a:bevel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/>
              <a:lstStyle/>
              <a:p>
                <a:pPr algn="ctr"/>
                <a:endParaRPr lang="zh-CN" altLang="zh-CN">
                  <a:solidFill>
                    <a:srgbClr val="FFFFFF"/>
                  </a:solidFill>
                  <a:latin typeface="宋体" panose="02010600030101010101" pitchFamily="2" charset="-122"/>
                  <a:sym typeface="宋体" panose="02010600030101010101" pitchFamily="2" charset="-122"/>
                </a:endParaRPr>
              </a:p>
            </p:txBody>
          </p:sp>
        </p:grpSp>
      </p:grpSp>
      <p:grpSp>
        <p:nvGrpSpPr>
          <p:cNvPr id="22540" name="组合 35"/>
          <p:cNvGrpSpPr>
            <a:grpSpLocks/>
          </p:cNvGrpSpPr>
          <p:nvPr/>
        </p:nvGrpSpPr>
        <p:grpSpPr bwMode="auto">
          <a:xfrm>
            <a:off x="7366000" y="195263"/>
            <a:ext cx="288925" cy="288925"/>
            <a:chOff x="0" y="0"/>
            <a:chExt cx="288032" cy="288032"/>
          </a:xfrm>
        </p:grpSpPr>
        <p:sp>
          <p:nvSpPr>
            <p:cNvPr id="22541" name="椭圆 36"/>
            <p:cNvSpPr>
              <a:spLocks noChangeArrowheads="1"/>
            </p:cNvSpPr>
            <p:nvPr/>
          </p:nvSpPr>
          <p:spPr bwMode="auto">
            <a:xfrm>
              <a:off x="0" y="0"/>
              <a:ext cx="288032" cy="288032"/>
            </a:xfrm>
            <a:prstGeom prst="ellipse">
              <a:avLst/>
            </a:prstGeom>
            <a:noFill/>
            <a:ln w="12700" cap="flat" cmpd="sng">
              <a:solidFill>
                <a:schemeClr val="bg1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grpSp>
          <p:nvGrpSpPr>
            <p:cNvPr id="22542" name="组合 37"/>
            <p:cNvGrpSpPr>
              <a:grpSpLocks/>
            </p:cNvGrpSpPr>
            <p:nvPr/>
          </p:nvGrpSpPr>
          <p:grpSpPr bwMode="auto">
            <a:xfrm>
              <a:off x="108012" y="97370"/>
              <a:ext cx="72008" cy="108000"/>
              <a:chOff x="0" y="0"/>
              <a:chExt cx="72008" cy="108000"/>
            </a:xfrm>
          </p:grpSpPr>
          <p:sp>
            <p:nvSpPr>
              <p:cNvPr id="22543" name="直接连接符 38"/>
              <p:cNvSpPr>
                <a:spLocks noChangeShapeType="1"/>
              </p:cNvSpPr>
              <p:nvPr/>
            </p:nvSpPr>
            <p:spPr bwMode="auto">
              <a:xfrm>
                <a:off x="0" y="0"/>
                <a:ext cx="1" cy="108000"/>
              </a:xfrm>
              <a:prstGeom prst="line">
                <a:avLst/>
              </a:prstGeom>
              <a:noFill/>
              <a:ln w="9525" cap="flat" cmpd="sng">
                <a:solidFill>
                  <a:schemeClr val="bg1"/>
                </a:solidFill>
                <a:bevel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544" name="直接连接符 39"/>
              <p:cNvSpPr>
                <a:spLocks noChangeShapeType="1"/>
              </p:cNvSpPr>
              <p:nvPr/>
            </p:nvSpPr>
            <p:spPr bwMode="auto">
              <a:xfrm>
                <a:off x="72008" y="0"/>
                <a:ext cx="1" cy="108000"/>
              </a:xfrm>
              <a:prstGeom prst="line">
                <a:avLst/>
              </a:prstGeom>
              <a:noFill/>
              <a:ln w="9525" cap="flat" cmpd="sng">
                <a:solidFill>
                  <a:schemeClr val="bg1"/>
                </a:solidFill>
                <a:bevel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22545" name="组合 40"/>
          <p:cNvGrpSpPr>
            <a:grpSpLocks/>
          </p:cNvGrpSpPr>
          <p:nvPr/>
        </p:nvGrpSpPr>
        <p:grpSpPr bwMode="auto">
          <a:xfrm>
            <a:off x="7989888" y="195263"/>
            <a:ext cx="287337" cy="288925"/>
            <a:chOff x="0" y="0"/>
            <a:chExt cx="288032" cy="288032"/>
          </a:xfrm>
        </p:grpSpPr>
        <p:sp>
          <p:nvSpPr>
            <p:cNvPr id="22546" name="椭圆 41"/>
            <p:cNvSpPr>
              <a:spLocks noChangeArrowheads="1"/>
            </p:cNvSpPr>
            <p:nvPr/>
          </p:nvSpPr>
          <p:spPr bwMode="auto">
            <a:xfrm>
              <a:off x="0" y="0"/>
              <a:ext cx="288032" cy="288032"/>
            </a:xfrm>
            <a:prstGeom prst="ellipse">
              <a:avLst/>
            </a:prstGeom>
            <a:noFill/>
            <a:ln w="12700" cap="flat" cmpd="sng">
              <a:solidFill>
                <a:schemeClr val="bg1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22547" name="矩形 42"/>
            <p:cNvSpPr>
              <a:spLocks noChangeArrowheads="1"/>
            </p:cNvSpPr>
            <p:nvPr/>
          </p:nvSpPr>
          <p:spPr bwMode="auto">
            <a:xfrm>
              <a:off x="86064" y="85549"/>
              <a:ext cx="108000" cy="108000"/>
            </a:xfrm>
            <a:prstGeom prst="rect">
              <a:avLst/>
            </a:prstGeom>
            <a:noFill/>
            <a:ln w="12700" cap="flat" cmpd="sng">
              <a:solidFill>
                <a:schemeClr val="bg1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</p:grpSp>
      <p:sp>
        <p:nvSpPr>
          <p:cNvPr id="22549" name="直接连接符 35"/>
          <p:cNvSpPr>
            <a:spLocks noChangeShapeType="1"/>
          </p:cNvSpPr>
          <p:nvPr/>
        </p:nvSpPr>
        <p:spPr bwMode="auto">
          <a:xfrm>
            <a:off x="2205038" y="2787650"/>
            <a:ext cx="4248150" cy="0"/>
          </a:xfrm>
          <a:prstGeom prst="line">
            <a:avLst/>
          </a:prstGeom>
          <a:noFill/>
          <a:ln w="9525" cap="flat" cmpd="sng">
            <a:solidFill>
              <a:schemeClr val="bg1"/>
            </a:solidFill>
            <a:bevel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50" name="直接连接符 36"/>
          <p:cNvSpPr>
            <a:spLocks noChangeShapeType="1"/>
          </p:cNvSpPr>
          <p:nvPr/>
        </p:nvSpPr>
        <p:spPr bwMode="auto">
          <a:xfrm>
            <a:off x="2205038" y="3724275"/>
            <a:ext cx="4248150" cy="0"/>
          </a:xfrm>
          <a:prstGeom prst="line">
            <a:avLst/>
          </a:prstGeom>
          <a:noFill/>
          <a:ln w="9525" cap="flat" cmpd="sng">
            <a:solidFill>
              <a:schemeClr val="bg1"/>
            </a:solidFill>
            <a:bevel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51" name="TextBox 37"/>
          <p:cNvSpPr>
            <a:spLocks noChangeArrowheads="1"/>
          </p:cNvSpPr>
          <p:nvPr/>
        </p:nvSpPr>
        <p:spPr bwMode="auto">
          <a:xfrm>
            <a:off x="2205038" y="2932113"/>
            <a:ext cx="42481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zh-CN"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Thank</a:t>
            </a:r>
            <a:r>
              <a:rPr lang="zh-CN" altLang="en-US"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en-US" altLang="zh-CN"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You</a:t>
            </a:r>
            <a:endParaRPr lang="zh-CN" altLang="en-US" sz="32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3752849" y="1275642"/>
            <a:ext cx="1152525" cy="1150938"/>
            <a:chOff x="3851940" y="1112492"/>
            <a:chExt cx="1152525" cy="1150938"/>
          </a:xfrm>
        </p:grpSpPr>
        <p:sp>
          <p:nvSpPr>
            <p:cNvPr id="26" name="椭圆 33"/>
            <p:cNvSpPr>
              <a:spLocks noChangeArrowheads="1"/>
            </p:cNvSpPr>
            <p:nvPr/>
          </p:nvSpPr>
          <p:spPr bwMode="auto">
            <a:xfrm>
              <a:off x="3851940" y="1112492"/>
              <a:ext cx="1152525" cy="1150938"/>
            </a:xfrm>
            <a:prstGeom prst="ellipse">
              <a:avLst/>
            </a:prstGeom>
            <a:solidFill>
              <a:srgbClr val="FFFFFF">
                <a:alpha val="31999"/>
              </a:srgbClr>
            </a:solidFill>
            <a:ln w="12700" cap="flat" cmpd="sng">
              <a:solidFill>
                <a:schemeClr val="bg1"/>
              </a:solidFill>
              <a:bevel/>
              <a:headEnd/>
              <a:tailEnd/>
            </a:ln>
          </p:spPr>
          <p:txBody>
            <a:bodyPr anchor="ctr"/>
            <a:lstStyle/>
            <a:p>
              <a:pPr algn="ctr"/>
              <a:endParaRPr lang="zh-CN" altLang="en-US" sz="2800" dirty="0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pic>
          <p:nvPicPr>
            <p:cNvPr id="27" name="Picture 6" descr="D:\工作\设计素材\开大logo.pn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01177" y="1287911"/>
              <a:ext cx="654050" cy="800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632145477"/>
      </p:ext>
    </p:extLst>
  </p:cSld>
  <p:clrMapOvr>
    <a:masterClrMapping/>
  </p:clrMapOvr>
  <p:transition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25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25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25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25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0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25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25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25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25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>
                                      <p:cBhvr>
                                        <p:cTn id="26" dur="500" tmFilter="0,0; .5, 1; 1, 1"/>
                                        <p:tgtEl>
                                          <p:spTgt spid="22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49" grpId="0" animBg="1"/>
      <p:bldP spid="22550" grpId="0" animBg="1"/>
      <p:bldP spid="22551" grpId="0" bldLvl="0" autoUpdateAnimBg="0"/>
    </p:bldLst>
  </p:timing>
</p:sld>
</file>

<file path=ppt/theme/theme1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 主题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tabLst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tabLst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1334</TotalTime>
  <Pages>0</Pages>
  <Words>674</Words>
  <Characters>0</Characters>
  <Application>Microsoft Office PowerPoint</Application>
  <DocSecurity>0</DocSecurity>
  <PresentationFormat>全屏显示(16:9)</PresentationFormat>
  <Lines>0</Lines>
  <Paragraphs>107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8" baseType="lpstr">
      <vt:lpstr>Calibri</vt:lpstr>
      <vt:lpstr>Arial Black</vt:lpstr>
      <vt:lpstr>Adidas Unity</vt:lpstr>
      <vt:lpstr>Arial</vt:lpstr>
      <vt:lpstr>微软雅黑</vt:lpstr>
      <vt:lpstr>宋体</vt:lpstr>
      <vt:lpstr>Kozuka Mincho Pr6N H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>jenny</dc:creator>
  <cp:keywords/>
  <dc:description/>
  <cp:lastModifiedBy>杨 焕宇</cp:lastModifiedBy>
  <cp:revision>217</cp:revision>
  <dcterms:created xsi:type="dcterms:W3CDTF">2014-07-25T06:09:36Z</dcterms:created>
  <dcterms:modified xsi:type="dcterms:W3CDTF">2021-05-27T03:14:48Z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2052-9.1.0.4716</vt:lpwstr>
  </property>
</Properties>
</file>